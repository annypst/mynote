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01FA3-16AF-4319-BB43-CE81CE4E5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569639-FCE7-45A1-8F6A-1F8DD4375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0100D0-E590-41BA-B276-53BEBCA6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7DF5E-545A-4B49-8705-3AA2BF9EB15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DC7E94-839F-409D-81A3-C2403C75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5F3650-74CE-4C98-AF10-E7AB04D8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0FA0-0611-44AF-92CC-86EC44798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04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911B92-D95C-49F7-9492-FFED6DB4B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5EBB3E-EAAF-4D33-973A-EF1B7FDFD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C5AB66-8D4D-468B-9D0B-95545F76E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7DF5E-545A-4B49-8705-3AA2BF9EB15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603E9A-70D7-44C7-A968-68DF3AA6C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ADC5F1-1AA5-4B64-AE86-7A0114AA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0FA0-0611-44AF-92CC-86EC44798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79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FF765-E6DF-4988-A875-56955409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264CB8-B979-4445-9748-52429BD0D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F503E5-C74E-4CB5-A8ED-8FF88B76C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7DF5E-545A-4B49-8705-3AA2BF9EB15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0C6188-ACF5-43F2-A680-BC14CC7C7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7B2ED5-EB41-4A1C-8A40-8FC4E50C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0FA0-0611-44AF-92CC-86EC44798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17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2960CA-C723-44D5-B6F7-AE8E9047C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D46139-E4BA-48C6-871E-DCD4EDA3B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188AC0-11D7-4057-8497-25DDE9A92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EE5DE0-EB7A-4929-853B-D702C5D83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7DF5E-545A-4B49-8705-3AA2BF9EB15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3A9138-ED85-46D2-A9C0-6C30AE269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51635-9B65-43C1-9F08-AE73A274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0FA0-0611-44AF-92CC-86EC44798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82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5981D3-43CA-4DDE-810B-A5A995AF2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6F542B-C0FE-4BC3-B545-CE43F372E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8D9372-86A4-4C46-9797-BB27ED669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4186FD-E0D3-4187-AEE4-5A7300C85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7217BC-46A5-4C1E-AA96-2E256E05DE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2D79C83-5A16-4639-8D71-B4A698C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7DF5E-545A-4B49-8705-3AA2BF9EB15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F9C27E-AB51-47EB-A9F8-9D08AE2BC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2E27EE-A4FF-4DFD-81D5-344F73AA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0FA0-0611-44AF-92CC-86EC44798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059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C97CCE-DDEF-43C0-9526-F7B458FA6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B1D092-AE4A-40CE-861F-582494C7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7DF5E-545A-4B49-8705-3AA2BF9EB15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0A0CB3-4621-4938-8EA4-0AFDCE8C3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4A456C-E590-4902-8470-16C41497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0FA0-0611-44AF-92CC-86EC44798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56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A7BDF8-B30B-4ED4-A2CF-86CC2C90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7DF5E-545A-4B49-8705-3AA2BF9EB15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B58EBC-7711-4F48-AE0C-F3426668B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C338CB-3EB2-4463-86A1-DB5334E3A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0FA0-0611-44AF-92CC-86EC44798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157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D2229-A936-47AE-B175-81FBEC13D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E7E9A4-920C-4F63-AA36-E57F52ACE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FA9F29-5E4C-4CDC-960B-B210AFD2C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9848F4-7A3B-4D94-A062-2A62DA62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7DF5E-545A-4B49-8705-3AA2BF9EB15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11B74D-C81F-4B40-9172-ECFA64BA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B96497-88D6-4789-9D40-2A475722A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0FA0-0611-44AF-92CC-86EC44798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96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BE62B-ACC9-4B72-B762-FF3859F8B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ED52FF6-D670-4853-BDF9-212565A79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8356D4-14FF-4F09-A12A-47D02ACC0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9D40C9-16F3-455C-9B4C-84C4CDE49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7DF5E-545A-4B49-8705-3AA2BF9EB15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8E1AC5-2E1D-4B45-BD39-4B82BB09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70333F-9266-48F1-9E70-FEC6FABD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0FA0-0611-44AF-92CC-86EC44798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645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B55349-C9BC-4D7F-860F-553E3B4A3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94031B-9E58-42EB-9E29-5F0FA9281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A0A172-BE4A-49AE-8593-AC0B502A4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7DF5E-545A-4B49-8705-3AA2BF9EB15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11978B-6F23-430D-8B15-2FC9E4143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4D6D79-71DA-4F0A-869D-BA88CC0E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0FA0-0611-44AF-92CC-86EC44798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68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DBABFD-CC22-45E9-8C46-DA2D2735A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F49666-E626-41AE-BC52-7BD8F0A44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D752CB-9332-4E02-8930-9DA0012B3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7DF5E-545A-4B49-8705-3AA2BF9EB15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C6D6EC-FB57-426D-996F-8BA906AEA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ECBAA0-FFF3-4E17-AAB4-E848D583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0FA0-0611-44AF-92CC-86EC44798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176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E37DBC-A723-4AE3-9AA4-CD643A718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59193D-0462-46E5-9F6F-F24048A0A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A1EDB8-05C4-4DC1-ADED-E4027E6097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7DF5E-545A-4B49-8705-3AA2BF9EB15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8A6DF1-ABC5-4770-A655-72780C405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4E29CE-7763-4DD6-BFDE-1C4D1E966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30FA0-0611-44AF-92CC-86EC44798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43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FC31EF6E-AD6F-412C-987F-0C960AF26540}"/>
              </a:ext>
            </a:extLst>
          </p:cNvPr>
          <p:cNvGrpSpPr>
            <a:grpSpLocks/>
          </p:cNvGrpSpPr>
          <p:nvPr/>
        </p:nvGrpSpPr>
        <p:grpSpPr bwMode="auto">
          <a:xfrm>
            <a:off x="1314695" y="655385"/>
            <a:ext cx="9815084" cy="4550293"/>
            <a:chOff x="1429" y="1298"/>
            <a:chExt cx="2896" cy="1900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6C2C31CE-6F8F-4AB0-A73B-046144450A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8" y="1509"/>
              <a:ext cx="0" cy="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EEAE834-59EA-42EF-963B-E902FBBF42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9" y="1298"/>
              <a:ext cx="2896" cy="1900"/>
              <a:chOff x="1344" y="1668"/>
              <a:chExt cx="7242" cy="4750"/>
            </a:xfrm>
          </p:grpSpPr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E0D15F54-76BC-450C-8ED5-A65718E7B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9" y="1668"/>
                <a:ext cx="1050" cy="5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800" b="1">
                    <a:solidFill>
                      <a:srgbClr val="000099"/>
                    </a:solidFill>
                  </a:rPr>
                  <a:t> CPU</a:t>
                </a:r>
              </a:p>
            </p:txBody>
          </p:sp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B8F11862-8299-47F8-87AF-1036633A8A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9" y="2668"/>
                <a:ext cx="1050" cy="5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000" dirty="0"/>
                  <a:t>  </a:t>
                </a:r>
                <a:r>
                  <a:rPr kumimoji="0" lang="zh-CN" altLang="en-US" sz="1800" b="1" dirty="0">
                    <a:solidFill>
                      <a:srgbClr val="000099"/>
                    </a:solidFill>
                  </a:rPr>
                  <a:t>主存</a:t>
                </a:r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1241C230-1828-47D1-83FE-659C75537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4" y="3918"/>
                <a:ext cx="945" cy="500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600" b="1">
                    <a:solidFill>
                      <a:srgbClr val="000099"/>
                    </a:solidFill>
                  </a:rPr>
                  <a:t>通道</a:t>
                </a:r>
                <a:r>
                  <a:rPr kumimoji="0" lang="en-US" altLang="zh-CN" sz="1600" b="1">
                    <a:solidFill>
                      <a:srgbClr val="000099"/>
                    </a:solidFill>
                  </a:rPr>
                  <a:t>2</a:t>
                </a: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A27A2939-A9FD-49D1-8541-DDA8956EC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3918"/>
                <a:ext cx="945" cy="5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600" b="1">
                    <a:solidFill>
                      <a:srgbClr val="000099"/>
                    </a:solidFill>
                  </a:rPr>
                  <a:t>通道</a:t>
                </a:r>
                <a:r>
                  <a:rPr kumimoji="0" lang="en-US" altLang="zh-CN" sz="1600" b="1">
                    <a:solidFill>
                      <a:srgbClr val="000099"/>
                    </a:solidFill>
                  </a:rPr>
                  <a:t>3</a:t>
                </a:r>
                <a:endParaRPr kumimoji="0" lang="en-US" altLang="zh-CN" sz="1600" b="1">
                  <a:solidFill>
                    <a:srgbClr val="000099"/>
                  </a:solidFill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FCD157C2-B262-445B-ABD8-6F46B9A84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" y="3918"/>
                <a:ext cx="945" cy="5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600" b="1">
                    <a:solidFill>
                      <a:srgbClr val="000099"/>
                    </a:solidFill>
                  </a:rPr>
                  <a:t>通道</a:t>
                </a:r>
                <a:r>
                  <a:rPr kumimoji="0" lang="en-US" altLang="zh-CN" sz="1600" b="1">
                    <a:solidFill>
                      <a:srgbClr val="000099"/>
                    </a:solidFill>
                  </a:rPr>
                  <a:t>1</a:t>
                </a: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8532D5F7-5FB3-4209-9B37-4CD4007EC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9" y="3918"/>
                <a:ext cx="945" cy="5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000"/>
                  <a:t> </a:t>
                </a:r>
                <a:r>
                  <a:rPr kumimoji="0" lang="zh-CN" altLang="en-US" sz="1400" b="1">
                    <a:solidFill>
                      <a:srgbClr val="000099"/>
                    </a:solidFill>
                  </a:rPr>
                  <a:t>通道</a:t>
                </a:r>
                <a:r>
                  <a:rPr kumimoji="0" lang="en-US" altLang="zh-CN" sz="1400" b="1">
                    <a:solidFill>
                      <a:srgbClr val="000099"/>
                    </a:solidFill>
                  </a:rPr>
                  <a:t>n</a:t>
                </a: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9E2C9FCB-E3BE-406C-AA1C-A7ED5E668B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2" y="4918"/>
                <a:ext cx="1047" cy="5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200" b="1">
                    <a:solidFill>
                      <a:srgbClr val="000099"/>
                    </a:solidFill>
                  </a:rPr>
                  <a:t>     </a:t>
                </a:r>
                <a:r>
                  <a:rPr kumimoji="0" lang="en-US" altLang="zh-CN" sz="1000" b="1">
                    <a:solidFill>
                      <a:srgbClr val="000099"/>
                    </a:solidFill>
                  </a:rPr>
                  <a:t>I/O</a:t>
                </a:r>
              </a:p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000" b="1">
                    <a:solidFill>
                      <a:srgbClr val="000099"/>
                    </a:solidFill>
                  </a:rPr>
                  <a:t>  </a:t>
                </a:r>
                <a:r>
                  <a:rPr kumimoji="0" lang="zh-CN" altLang="en-US" sz="1000" b="1">
                    <a:solidFill>
                      <a:srgbClr val="000099"/>
                    </a:solidFill>
                  </a:rPr>
                  <a:t>控制器</a:t>
                </a:r>
                <a:r>
                  <a:rPr kumimoji="0" lang="zh-CN" altLang="en-US" sz="1000"/>
                  <a:t> </a:t>
                </a:r>
                <a:endParaRPr kumimoji="0" lang="zh-CN" altLang="en-US" sz="100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4" name="Line 14">
                <a:extLst>
                  <a:ext uri="{FF2B5EF4-FFF2-40B4-BE49-F238E27FC236}">
                    <a16:creationId xmlns:a16="http://schemas.microsoft.com/office/drawing/2014/main" id="{771D3F7F-8776-44C7-ACA9-1C7596FDFF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94" y="3168"/>
                <a:ext cx="2310" cy="7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stealth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5">
                <a:extLst>
                  <a:ext uri="{FF2B5EF4-FFF2-40B4-BE49-F238E27FC236}">
                    <a16:creationId xmlns:a16="http://schemas.microsoft.com/office/drawing/2014/main" id="{66475FC0-3AE3-4D73-B522-3AA5CB9DE3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59" y="3168"/>
                <a:ext cx="945" cy="7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stealth" w="sm" len="lg"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6">
                <a:extLst>
                  <a:ext uri="{FF2B5EF4-FFF2-40B4-BE49-F238E27FC236}">
                    <a16:creationId xmlns:a16="http://schemas.microsoft.com/office/drawing/2014/main" id="{84D87E4B-AC79-4C11-8AB2-F32B675899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168"/>
                <a:ext cx="420" cy="7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stealth" w="sm" len="lg"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7">
                <a:extLst>
                  <a:ext uri="{FF2B5EF4-FFF2-40B4-BE49-F238E27FC236}">
                    <a16:creationId xmlns:a16="http://schemas.microsoft.com/office/drawing/2014/main" id="{1903E41E-80A8-4A1E-97DD-701ED67815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168"/>
                <a:ext cx="2520" cy="7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stealth" w="sm" len="lg"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Rectangle 18">
                <a:extLst>
                  <a:ext uri="{FF2B5EF4-FFF2-40B4-BE49-F238E27FC236}">
                    <a16:creationId xmlns:a16="http://schemas.microsoft.com/office/drawing/2014/main" id="{D20EA149-248F-4446-BB9F-BDD594A01B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4918"/>
                <a:ext cx="1047" cy="5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200" b="1">
                    <a:solidFill>
                      <a:srgbClr val="000099"/>
                    </a:solidFill>
                  </a:rPr>
                  <a:t>     </a:t>
                </a:r>
                <a:r>
                  <a:rPr kumimoji="0" lang="en-US" altLang="zh-CN" sz="1000" b="1">
                    <a:solidFill>
                      <a:srgbClr val="000099"/>
                    </a:solidFill>
                  </a:rPr>
                  <a:t>I/O</a:t>
                </a:r>
              </a:p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000" b="1">
                    <a:solidFill>
                      <a:srgbClr val="000099"/>
                    </a:solidFill>
                  </a:rPr>
                  <a:t>  </a:t>
                </a:r>
                <a:r>
                  <a:rPr kumimoji="0" lang="zh-CN" altLang="en-US" sz="1000" b="1">
                    <a:solidFill>
                      <a:srgbClr val="000099"/>
                    </a:solidFill>
                  </a:rPr>
                  <a:t>控制器</a:t>
                </a:r>
                <a:r>
                  <a:rPr kumimoji="0" lang="zh-CN" altLang="en-US" sz="1000"/>
                  <a:t> </a:t>
                </a:r>
                <a:endParaRPr kumimoji="0" lang="zh-CN" altLang="en-US" sz="180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9" name="Rectangle 19">
                <a:extLst>
                  <a:ext uri="{FF2B5EF4-FFF2-40B4-BE49-F238E27FC236}">
                    <a16:creationId xmlns:a16="http://schemas.microsoft.com/office/drawing/2014/main" id="{FA3D4784-F537-492B-AEF7-805711186C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4918"/>
                <a:ext cx="1047" cy="5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000"/>
                  <a:t>      </a:t>
                </a:r>
                <a:r>
                  <a:rPr kumimoji="0" lang="en-US" altLang="zh-CN" sz="1000" b="1">
                    <a:solidFill>
                      <a:srgbClr val="000099"/>
                    </a:solidFill>
                  </a:rPr>
                  <a:t>I/O</a:t>
                </a:r>
              </a:p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000" b="1">
                    <a:solidFill>
                      <a:srgbClr val="000099"/>
                    </a:solidFill>
                  </a:rPr>
                  <a:t>   </a:t>
                </a:r>
                <a:r>
                  <a:rPr kumimoji="0" lang="zh-CN" altLang="en-US" sz="1000" b="1">
                    <a:solidFill>
                      <a:srgbClr val="000099"/>
                    </a:solidFill>
                  </a:rPr>
                  <a:t>控制器</a:t>
                </a:r>
                <a:r>
                  <a:rPr kumimoji="0" lang="zh-CN" altLang="en-US" sz="1000"/>
                  <a:t> </a:t>
                </a:r>
                <a:endParaRPr kumimoji="0" lang="zh-CN" altLang="en-US" sz="180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20" name="Rectangle 20">
                <a:extLst>
                  <a:ext uri="{FF2B5EF4-FFF2-40B4-BE49-F238E27FC236}">
                    <a16:creationId xmlns:a16="http://schemas.microsoft.com/office/drawing/2014/main" id="{C58B7771-F36B-4B2B-AA50-0314B80982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39" y="4918"/>
                <a:ext cx="1047" cy="5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000" b="1">
                    <a:solidFill>
                      <a:srgbClr val="000099"/>
                    </a:solidFill>
                  </a:rPr>
                  <a:t>      I/O</a:t>
                </a:r>
              </a:p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000" b="1">
                    <a:solidFill>
                      <a:srgbClr val="000099"/>
                    </a:solidFill>
                  </a:rPr>
                  <a:t>   </a:t>
                </a:r>
                <a:r>
                  <a:rPr kumimoji="0" lang="zh-CN" altLang="en-US" sz="1000" b="1">
                    <a:solidFill>
                      <a:srgbClr val="000099"/>
                    </a:solidFill>
                  </a:rPr>
                  <a:t>控制器</a:t>
                </a:r>
                <a:r>
                  <a:rPr kumimoji="0" lang="zh-CN" altLang="en-US" sz="1000"/>
                  <a:t> </a:t>
                </a:r>
                <a:endParaRPr kumimoji="0" lang="zh-CN" altLang="en-US" sz="180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21" name="AutoShape 21">
                <a:extLst>
                  <a:ext uri="{FF2B5EF4-FFF2-40B4-BE49-F238E27FC236}">
                    <a16:creationId xmlns:a16="http://schemas.microsoft.com/office/drawing/2014/main" id="{D95DEBFA-DBEB-44E4-98C4-D07A593DF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5918"/>
                <a:ext cx="735" cy="500"/>
              </a:xfrm>
              <a:prstGeom prst="flowChartPunchedCard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2" name="AutoShape 22">
                <a:extLst>
                  <a:ext uri="{FF2B5EF4-FFF2-40B4-BE49-F238E27FC236}">
                    <a16:creationId xmlns:a16="http://schemas.microsoft.com/office/drawing/2014/main" id="{69FBAFAB-DDBC-4926-996F-7F882EDF6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4" y="5918"/>
                <a:ext cx="735" cy="500"/>
              </a:xfrm>
              <a:prstGeom prst="flowChartPunchedCard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3" name="AutoShape 23">
                <a:extLst>
                  <a:ext uri="{FF2B5EF4-FFF2-40B4-BE49-F238E27FC236}">
                    <a16:creationId xmlns:a16="http://schemas.microsoft.com/office/drawing/2014/main" id="{25CEBD86-EBB0-4714-8215-BB76710F3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4" y="5918"/>
                <a:ext cx="735" cy="500"/>
              </a:xfrm>
              <a:prstGeom prst="flowChartMagneticDisk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4" name="AutoShape 24">
                <a:extLst>
                  <a:ext uri="{FF2B5EF4-FFF2-40B4-BE49-F238E27FC236}">
                    <a16:creationId xmlns:a16="http://schemas.microsoft.com/office/drawing/2014/main" id="{432E78A0-B3EE-41AE-9485-3B9DA843D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5918"/>
                <a:ext cx="630" cy="500"/>
              </a:xfrm>
              <a:prstGeom prst="flowChartMagneticTap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5" name="AutoShape 25">
                <a:extLst>
                  <a:ext uri="{FF2B5EF4-FFF2-40B4-BE49-F238E27FC236}">
                    <a16:creationId xmlns:a16="http://schemas.microsoft.com/office/drawing/2014/main" id="{89C6B655-2094-4696-8950-22A0995F8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9" y="5918"/>
                <a:ext cx="735" cy="500"/>
              </a:xfrm>
              <a:prstGeom prst="flowChartDocumen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6" name="Line 26">
                <a:extLst>
                  <a:ext uri="{FF2B5EF4-FFF2-40B4-BE49-F238E27FC236}">
                    <a16:creationId xmlns:a16="http://schemas.microsoft.com/office/drawing/2014/main" id="{D84D7011-479E-47D0-9C99-AABA0D53C0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69" y="4418"/>
                <a:ext cx="630" cy="5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stealth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27">
                <a:extLst>
                  <a:ext uri="{FF2B5EF4-FFF2-40B4-BE49-F238E27FC236}">
                    <a16:creationId xmlns:a16="http://schemas.microsoft.com/office/drawing/2014/main" id="{866A8947-71C4-4303-88A8-1210E0FDA0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49" y="4418"/>
                <a:ext cx="105" cy="5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stealth" w="sm" len="lg"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28">
                <a:extLst>
                  <a:ext uri="{FF2B5EF4-FFF2-40B4-BE49-F238E27FC236}">
                    <a16:creationId xmlns:a16="http://schemas.microsoft.com/office/drawing/2014/main" id="{1F60F3C3-C85B-4476-9F12-50A92CB8A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9" y="4418"/>
                <a:ext cx="105" cy="5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stealth" w="sm" len="lg"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29">
                <a:extLst>
                  <a:ext uri="{FF2B5EF4-FFF2-40B4-BE49-F238E27FC236}">
                    <a16:creationId xmlns:a16="http://schemas.microsoft.com/office/drawing/2014/main" id="{097F18F3-C6BC-4907-B30E-FC7B1B6C7D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24" y="4418"/>
                <a:ext cx="840" cy="5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30">
                <a:extLst>
                  <a:ext uri="{FF2B5EF4-FFF2-40B4-BE49-F238E27FC236}">
                    <a16:creationId xmlns:a16="http://schemas.microsoft.com/office/drawing/2014/main" id="{70BAB166-F4E1-482A-900F-BF48FA046B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64" y="5418"/>
                <a:ext cx="210" cy="5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stealth" w="sm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31">
                <a:extLst>
                  <a:ext uri="{FF2B5EF4-FFF2-40B4-BE49-F238E27FC236}">
                    <a16:creationId xmlns:a16="http://schemas.microsoft.com/office/drawing/2014/main" id="{50F8BDC2-7281-40C9-94F4-E0480A35B3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4" y="5418"/>
                <a:ext cx="840" cy="5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stealth" w="sm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Line 32">
                <a:extLst>
                  <a:ext uri="{FF2B5EF4-FFF2-40B4-BE49-F238E27FC236}">
                    <a16:creationId xmlns:a16="http://schemas.microsoft.com/office/drawing/2014/main" id="{ADFA90B5-6F7D-4437-A7D3-3A6F17A6A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9" y="5418"/>
                <a:ext cx="105" cy="5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stealth" w="sm" len="lg"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Line 33">
                <a:extLst>
                  <a:ext uri="{FF2B5EF4-FFF2-40B4-BE49-F238E27FC236}">
                    <a16:creationId xmlns:a16="http://schemas.microsoft.com/office/drawing/2014/main" id="{646476D1-FF65-407A-9C33-2FBA0A08C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4" y="5418"/>
                <a:ext cx="105" cy="5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stealth" w="sm" len="lg"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Line 34">
                <a:extLst>
                  <a:ext uri="{FF2B5EF4-FFF2-40B4-BE49-F238E27FC236}">
                    <a16:creationId xmlns:a16="http://schemas.microsoft.com/office/drawing/2014/main" id="{A17B5C8C-C7C2-4C88-88C2-FDBD626BEB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64" y="5418"/>
                <a:ext cx="105" cy="5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E0F9BC39-0999-44C5-BE73-2D1D9F768B13}"/>
              </a:ext>
            </a:extLst>
          </p:cNvPr>
          <p:cNvSpPr txBox="1"/>
          <p:nvPr/>
        </p:nvSpPr>
        <p:spPr>
          <a:xfrm>
            <a:off x="1461067" y="5315324"/>
            <a:ext cx="668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设备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445017-662C-F16B-5728-A0816E4035AD}"/>
              </a:ext>
            </a:extLst>
          </p:cNvPr>
          <p:cNvSpPr txBox="1"/>
          <p:nvPr/>
        </p:nvSpPr>
        <p:spPr>
          <a:xfrm>
            <a:off x="4721642" y="5746361"/>
            <a:ext cx="218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图</a:t>
            </a:r>
            <a:r>
              <a:rPr lang="en-US" altLang="zh-CN" b="1" dirty="0"/>
              <a:t>1  </a:t>
            </a:r>
            <a:r>
              <a:rPr lang="zh-CN" altLang="en-US" b="1" dirty="0"/>
              <a:t>计算机系统</a:t>
            </a:r>
          </a:p>
        </p:txBody>
      </p:sp>
    </p:spTree>
    <p:extLst>
      <p:ext uri="{BB962C8B-B14F-4D97-AF65-F5344CB8AC3E}">
        <p14:creationId xmlns:p14="http://schemas.microsoft.com/office/powerpoint/2010/main" val="1718887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</Words>
  <Application>Microsoft Office PowerPoint</Application>
  <PresentationFormat>宽屏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 hui</dc:creator>
  <cp:lastModifiedBy>zhang hui</cp:lastModifiedBy>
  <cp:revision>3</cp:revision>
  <dcterms:created xsi:type="dcterms:W3CDTF">2022-04-19T10:32:08Z</dcterms:created>
  <dcterms:modified xsi:type="dcterms:W3CDTF">2023-03-07T03:41:51Z</dcterms:modified>
</cp:coreProperties>
</file>