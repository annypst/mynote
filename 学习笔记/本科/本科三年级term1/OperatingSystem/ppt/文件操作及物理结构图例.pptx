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257D8-A4F7-401F-891C-875FC481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BFB466-8224-464B-9716-6FA245CC0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6B46D9-54F1-49B0-B2D1-9FA17626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DFC5F-FB98-4C3B-912D-38B83AF9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DEFE50-6CA1-4358-B1AA-AEB38AA8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252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06103-547B-4C76-9191-DE88ABFE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118B4-2CC8-466A-8D24-C45C90D3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B1F2AC-129F-4E66-89F8-B32C6436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833FE-DD2E-43AB-82FF-8B4924D1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2A6F4-6CFB-4B45-AE22-E73F6C78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25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A74E6-A61C-419F-B2FD-D91C76D2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8BBCEE-54D9-4EB2-99E7-59DD41753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3EBAC-92DB-47B7-8475-B20C34CF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6CB438-D65B-49BC-951F-F1549C29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462CAC-7111-4F02-BDF9-5460FDC2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76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E35E3-E387-453B-B489-5A5EFA81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FC424-5C44-460A-B362-341C164AF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628F00-9B77-4F4D-92D4-AAE38E25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F5C925-1876-415E-B5EF-34ACB8E0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59B766-B15F-4C9D-A823-74A24D72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0574C8-7408-48CD-9BF1-41189B3E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7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4E158-DBBB-429A-B507-03F1A1A8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540898-3FDA-4E31-BC51-3466F729B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252128-0B8F-463C-B60D-7F2048141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4E24B9-FF82-4F8B-AEB1-D4DE6ADD1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97F5F4-18FE-4F7F-95EB-B4DCB71F7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917D36-C648-4088-BE75-97CEB338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37D68B-69A7-4764-8EFA-B6849FB6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93B4E7-8250-4FCB-8B92-FEDB4D3B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9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D9E11-4B73-43B6-A8A3-B2D0AC45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6199E6-43ED-4873-88F3-31186CBE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8D0C00-2C2C-410E-901B-14B27676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A8D5F4-41AA-433C-84D3-0455BA91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74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FBB1B1-F78D-4633-A0D5-B98380B3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39A5E9-E9EC-4588-A4B3-2C04AF32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79049A-8E91-4A5C-BDFE-FC4BB5B4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14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E69EF-84FD-41C7-B0D5-FDF0FBC7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13DA8-FD09-4A77-ACB5-A44CFCD0D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4726B7-E8A0-4C00-97A0-95169A38A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24E97-DA6D-47FD-9715-1741C20B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F0924-D299-44BB-9B08-70E8DA95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98AEA8-E7D6-4C05-9434-E796FF9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67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01F8E-95AD-45CB-9457-BAD33C3F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2324C2-0F49-4C29-847D-895479327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CE1EC-7C16-400D-B50B-71A2C54CD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7B0FFD-FB15-46BA-B340-497BFBB9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AB879-57F4-44C8-970D-E38C3F1A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F937B-5EEB-4643-AC81-2F216331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00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84A7C-6205-4BEB-A90E-11750B68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C4911-D38B-4110-847B-24C93C877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22E26-E845-41A3-8436-CBBB0E2D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207F7-FE81-4F3C-B313-556087BB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A9B12-472A-4B1B-BFF4-B4DE642E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4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D96732-A931-4494-830E-FAF702D1C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8767E8-3E25-45FE-91D4-56A8AC9C7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B186B-818A-4969-8E2F-BFB1C93C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2AA83A-00EE-4FF3-845E-0882FB0F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98460-4490-44A0-9B15-2711AB1F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60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774564-DB5A-4DB0-8D55-CDCA115A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54B1D7-7F02-4F62-B6C1-69B6BD98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96F82-8E4E-4AC5-AAD3-9BC64C130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83F5A-E6F2-464B-BEE2-0F98FF57CC0C}" type="datetimeFigureOut">
              <a:rPr lang="zh-CN" altLang="en-US" smtClean="0"/>
              <a:t>2022/4/23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D450B-FDE2-4B49-9C64-D7E41E9B9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39E93-361B-4375-8483-994F9ACB1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C0529-BC6C-4632-9F24-039B9FBEAA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0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5589"/>
              </p:ext>
            </p:extLst>
          </p:nvPr>
        </p:nvGraphicFramePr>
        <p:xfrm>
          <a:off x="2314381" y="1634275"/>
          <a:ext cx="4553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578917" y="1726002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532561" y="1227596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756661" y="19496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20141" y="19496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083621" y="19496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17095" y="19496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756661" y="2550572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20141" y="2550572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083621" y="255057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17095" y="255057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756661" y="3263737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20141" y="3263737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083621" y="3263737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17095" y="3263737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756661" y="3952808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20141" y="3952808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083621" y="3952808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17095" y="3952808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6B7EAA4-A43D-49EB-BFBE-66C3ED85C2BB}"/>
              </a:ext>
            </a:extLst>
          </p:cNvPr>
          <p:cNvCxnSpPr/>
          <p:nvPr/>
        </p:nvCxnSpPr>
        <p:spPr>
          <a:xfrm flipH="1" flipV="1">
            <a:off x="10337077" y="4406411"/>
            <a:ext cx="702479" cy="627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6942757-6DFF-4FC9-92B3-C78955A49E6B}"/>
              </a:ext>
            </a:extLst>
          </p:cNvPr>
          <p:cNvSpPr txBox="1"/>
          <p:nvPr/>
        </p:nvSpPr>
        <p:spPr>
          <a:xfrm>
            <a:off x="10460370" y="5034326"/>
            <a:ext cx="1356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盘块（扇区）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3986640" y="1124905"/>
            <a:ext cx="136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663772" y="1795763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endCxn id="10" idx="1"/>
          </p:cNvCxnSpPr>
          <p:nvPr/>
        </p:nvCxnSpPr>
        <p:spPr>
          <a:xfrm>
            <a:off x="5432061" y="2125583"/>
            <a:ext cx="3324600" cy="621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1F878D4-C748-4B3C-9812-C2FABF90AE7E}"/>
              </a:ext>
            </a:extLst>
          </p:cNvPr>
          <p:cNvSpPr txBox="1"/>
          <p:nvPr/>
        </p:nvSpPr>
        <p:spPr>
          <a:xfrm>
            <a:off x="749763" y="3779699"/>
            <a:ext cx="25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文件控制</a:t>
            </a:r>
            <a:r>
              <a:rPr lang="zh-CN" altLang="en-US" b="1"/>
              <a:t>块</a:t>
            </a:r>
            <a:r>
              <a:rPr lang="en-US" altLang="zh-CN" b="1" dirty="0"/>
              <a:t>-FCB</a:t>
            </a:r>
            <a:endParaRPr lang="zh-CN" altLang="en-US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7A8AEFA-EF13-4F2D-9C4E-C90E09D525CE}"/>
              </a:ext>
            </a:extLst>
          </p:cNvPr>
          <p:cNvCxnSpPr/>
          <p:nvPr/>
        </p:nvCxnSpPr>
        <p:spPr>
          <a:xfrm flipV="1">
            <a:off x="1799721" y="2342143"/>
            <a:ext cx="1086165" cy="145563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AB29C3F3-1E1C-41D2-A92B-7EACCA04F2CC}"/>
              </a:ext>
            </a:extLst>
          </p:cNvPr>
          <p:cNvSpPr txBox="1"/>
          <p:nvPr/>
        </p:nvSpPr>
        <p:spPr>
          <a:xfrm>
            <a:off x="494063" y="466747"/>
            <a:ext cx="1955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创建文件</a:t>
            </a:r>
          </a:p>
        </p:txBody>
      </p:sp>
    </p:spTree>
    <p:extLst>
      <p:ext uri="{BB962C8B-B14F-4D97-AF65-F5344CB8AC3E}">
        <p14:creationId xmlns:p14="http://schemas.microsoft.com/office/powerpoint/2010/main" val="293113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137232"/>
              </p:ext>
            </p:extLst>
          </p:nvPr>
        </p:nvGraphicFramePr>
        <p:xfrm>
          <a:off x="2384202" y="1237299"/>
          <a:ext cx="4553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4295854" y="746527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733593" y="1398787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cxnSpLocks/>
          </p:cNvCxnSpPr>
          <p:nvPr/>
        </p:nvCxnSpPr>
        <p:spPr>
          <a:xfrm>
            <a:off x="5501882" y="1728607"/>
            <a:ext cx="3324600" cy="621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5">
            <a:extLst>
              <a:ext uri="{FF2B5EF4-FFF2-40B4-BE49-F238E27FC236}">
                <a16:creationId xmlns:a16="http://schemas.microsoft.com/office/drawing/2014/main" id="{5122A5CF-1D04-4739-9F95-4906DC1C5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251628"/>
              </p:ext>
            </p:extLst>
          </p:nvPr>
        </p:nvGraphicFramePr>
        <p:xfrm>
          <a:off x="2130984" y="4003221"/>
          <a:ext cx="559236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472">
                  <a:extLst>
                    <a:ext uri="{9D8B030D-6E8A-4147-A177-3AD203B41FA5}">
                      <a16:colId xmlns:a16="http://schemas.microsoft.com/office/drawing/2014/main" val="2856995403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29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52B1DB91-071B-40D2-B1BC-B63E09AEBCE3}"/>
              </a:ext>
            </a:extLst>
          </p:cNvPr>
          <p:cNvSpPr txBox="1"/>
          <p:nvPr/>
        </p:nvSpPr>
        <p:spPr>
          <a:xfrm>
            <a:off x="4070724" y="3521494"/>
            <a:ext cx="214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打开文件表（内存）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F2D305D-8C21-4D8D-92CF-13EF898A4395}"/>
              </a:ext>
            </a:extLst>
          </p:cNvPr>
          <p:cNvSpPr/>
          <p:nvPr/>
        </p:nvSpPr>
        <p:spPr>
          <a:xfrm>
            <a:off x="731076" y="3625816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dirty="0"/>
              <a:t>用户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D719DC0-53D7-49FD-BF9A-61291B4EF3FF}"/>
              </a:ext>
            </a:extLst>
          </p:cNvPr>
          <p:cNvCxnSpPr>
            <a:cxnSpLocks/>
          </p:cNvCxnSpPr>
          <p:nvPr/>
        </p:nvCxnSpPr>
        <p:spPr>
          <a:xfrm flipH="1" flipV="1">
            <a:off x="1541122" y="4270086"/>
            <a:ext cx="805707" cy="2868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5F35F73-8E17-499C-B798-B4D66E03CE9B}"/>
              </a:ext>
            </a:extLst>
          </p:cNvPr>
          <p:cNvCxnSpPr>
            <a:endCxn id="18" idx="1"/>
          </p:cNvCxnSpPr>
          <p:nvPr/>
        </p:nvCxnSpPr>
        <p:spPr>
          <a:xfrm>
            <a:off x="5562505" y="2153596"/>
            <a:ext cx="3263977" cy="15984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DBE0208-0D3C-431D-9B06-348945B2E881}"/>
              </a:ext>
            </a:extLst>
          </p:cNvPr>
          <p:cNvCxnSpPr/>
          <p:nvPr/>
        </p:nvCxnSpPr>
        <p:spPr>
          <a:xfrm flipV="1">
            <a:off x="6431437" y="2506604"/>
            <a:ext cx="2395045" cy="20503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48A68BF-D202-4704-AF68-68975CF7F532}"/>
              </a:ext>
            </a:extLst>
          </p:cNvPr>
          <p:cNvCxnSpPr>
            <a:cxnSpLocks/>
            <a:stCxn id="25" idx="3"/>
            <a:endCxn id="31" idx="3"/>
          </p:cNvCxnSpPr>
          <p:nvPr/>
        </p:nvCxnSpPr>
        <p:spPr>
          <a:xfrm>
            <a:off x="6937454" y="1793559"/>
            <a:ext cx="785890" cy="2763382"/>
          </a:xfrm>
          <a:prstGeom prst="bentConnector3">
            <a:avLst>
              <a:gd name="adj1" fmla="val 1290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467567" y="293345"/>
            <a:ext cx="2087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打开文件</a:t>
            </a:r>
          </a:p>
        </p:txBody>
      </p:sp>
    </p:spTree>
    <p:extLst>
      <p:ext uri="{BB962C8B-B14F-4D97-AF65-F5344CB8AC3E}">
        <p14:creationId xmlns:p14="http://schemas.microsoft.com/office/powerpoint/2010/main" val="425764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03576"/>
              </p:ext>
            </p:extLst>
          </p:nvPr>
        </p:nvGraphicFramePr>
        <p:xfrm>
          <a:off x="2384202" y="1237299"/>
          <a:ext cx="4553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4295854" y="746527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733593" y="1398787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cxnSpLocks/>
          </p:cNvCxnSpPr>
          <p:nvPr/>
        </p:nvCxnSpPr>
        <p:spPr>
          <a:xfrm>
            <a:off x="5501882" y="1728607"/>
            <a:ext cx="3324600" cy="621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5">
            <a:extLst>
              <a:ext uri="{FF2B5EF4-FFF2-40B4-BE49-F238E27FC236}">
                <a16:creationId xmlns:a16="http://schemas.microsoft.com/office/drawing/2014/main" id="{5122A5CF-1D04-4739-9F95-4906DC1C5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00490"/>
              </p:ext>
            </p:extLst>
          </p:nvPr>
        </p:nvGraphicFramePr>
        <p:xfrm>
          <a:off x="2130984" y="4003221"/>
          <a:ext cx="559236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472">
                  <a:extLst>
                    <a:ext uri="{9D8B030D-6E8A-4147-A177-3AD203B41FA5}">
                      <a16:colId xmlns:a16="http://schemas.microsoft.com/office/drawing/2014/main" val="2856995403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18472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29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52B1DB91-071B-40D2-B1BC-B63E09AEBCE3}"/>
              </a:ext>
            </a:extLst>
          </p:cNvPr>
          <p:cNvSpPr txBox="1"/>
          <p:nvPr/>
        </p:nvSpPr>
        <p:spPr>
          <a:xfrm>
            <a:off x="4070724" y="3521494"/>
            <a:ext cx="214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打开文件表（内存）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DBE0208-0D3C-431D-9B06-348945B2E881}"/>
              </a:ext>
            </a:extLst>
          </p:cNvPr>
          <p:cNvCxnSpPr/>
          <p:nvPr/>
        </p:nvCxnSpPr>
        <p:spPr>
          <a:xfrm flipV="1">
            <a:off x="6431437" y="2506604"/>
            <a:ext cx="2395045" cy="20503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48A68BF-D202-4704-AF68-68975CF7F532}"/>
              </a:ext>
            </a:extLst>
          </p:cNvPr>
          <p:cNvCxnSpPr>
            <a:cxnSpLocks/>
            <a:stCxn id="25" idx="3"/>
            <a:endCxn id="31" idx="3"/>
          </p:cNvCxnSpPr>
          <p:nvPr/>
        </p:nvCxnSpPr>
        <p:spPr>
          <a:xfrm>
            <a:off x="6937454" y="1793559"/>
            <a:ext cx="785890" cy="2763382"/>
          </a:xfrm>
          <a:prstGeom prst="bentConnector3">
            <a:avLst>
              <a:gd name="adj1" fmla="val 1290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467567" y="293345"/>
            <a:ext cx="1808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关闭文件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78677E3-7266-42A2-ABE9-D12C19ADFFB0}"/>
              </a:ext>
            </a:extLst>
          </p:cNvPr>
          <p:cNvCxnSpPr>
            <a:cxnSpLocks/>
          </p:cNvCxnSpPr>
          <p:nvPr/>
        </p:nvCxnSpPr>
        <p:spPr>
          <a:xfrm flipH="1" flipV="1">
            <a:off x="2754973" y="1879818"/>
            <a:ext cx="824138" cy="26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29415A8-F0DC-45E2-B562-0BA5403A892D}"/>
              </a:ext>
            </a:extLst>
          </p:cNvPr>
          <p:cNvSpPr txBox="1"/>
          <p:nvPr/>
        </p:nvSpPr>
        <p:spPr>
          <a:xfrm>
            <a:off x="2585567" y="2843483"/>
            <a:ext cx="435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回写</a:t>
            </a:r>
          </a:p>
        </p:txBody>
      </p:sp>
    </p:spTree>
    <p:extLst>
      <p:ext uri="{BB962C8B-B14F-4D97-AF65-F5344CB8AC3E}">
        <p14:creationId xmlns:p14="http://schemas.microsoft.com/office/powerpoint/2010/main" val="143967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056544"/>
              </p:ext>
            </p:extLst>
          </p:nvPr>
        </p:nvGraphicFramePr>
        <p:xfrm>
          <a:off x="2384202" y="1237299"/>
          <a:ext cx="45532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843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4295854" y="746527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467567" y="3429000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cxnSpLocks/>
          </p:cNvCxnSpPr>
          <p:nvPr/>
        </p:nvCxnSpPr>
        <p:spPr>
          <a:xfrm>
            <a:off x="5501882" y="1728607"/>
            <a:ext cx="3324600" cy="621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467567" y="293345"/>
            <a:ext cx="1784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顺序结构</a:t>
            </a:r>
          </a:p>
        </p:txBody>
      </p:sp>
      <p:graphicFrame>
        <p:nvGraphicFramePr>
          <p:cNvPr id="3" name="表格 21">
            <a:extLst>
              <a:ext uri="{FF2B5EF4-FFF2-40B4-BE49-F238E27FC236}">
                <a16:creationId xmlns:a16="http://schemas.microsoft.com/office/drawing/2014/main" id="{A36550A3-99E5-4405-BA3E-0D8BA88DA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833741"/>
              </p:ext>
            </p:extLst>
          </p:nvPr>
        </p:nvGraphicFramePr>
        <p:xfrm>
          <a:off x="1236206" y="4326248"/>
          <a:ext cx="11479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96">
                  <a:extLst>
                    <a:ext uri="{9D8B030D-6E8A-4147-A177-3AD203B41FA5}">
                      <a16:colId xmlns:a16="http://schemas.microsoft.com/office/drawing/2014/main" val="1579541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逻辑记录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53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80584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238119A-3A97-4688-9F08-603DE335EF47}"/>
              </a:ext>
            </a:extLst>
          </p:cNvPr>
          <p:cNvSpPr txBox="1"/>
          <p:nvPr/>
        </p:nvSpPr>
        <p:spPr>
          <a:xfrm>
            <a:off x="340526" y="6118464"/>
            <a:ext cx="248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假设：逻辑记录</a:t>
            </a:r>
            <a:r>
              <a:rPr lang="en-US" altLang="zh-CN" b="1" dirty="0"/>
              <a:t>=</a:t>
            </a:r>
            <a:r>
              <a:rPr lang="zh-CN" altLang="en-US" b="1" dirty="0"/>
              <a:t>盘块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22AF02F-CFBF-4735-9BC7-75DA9FBDF8C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418520" y="2215100"/>
            <a:ext cx="3407962" cy="8478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AD42DCF-DC1E-4E82-835C-D8E8C984C3BD}"/>
              </a:ext>
            </a:extLst>
          </p:cNvPr>
          <p:cNvCxnSpPr>
            <a:cxnSpLocks/>
          </p:cNvCxnSpPr>
          <p:nvPr/>
        </p:nvCxnSpPr>
        <p:spPr>
          <a:xfrm flipV="1">
            <a:off x="2142565" y="2464563"/>
            <a:ext cx="6738496" cy="237637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D5ABD4C-27CF-494C-81AD-DA34510FCDA1}"/>
              </a:ext>
            </a:extLst>
          </p:cNvPr>
          <p:cNvSpPr txBox="1"/>
          <p:nvPr/>
        </p:nvSpPr>
        <p:spPr>
          <a:xfrm>
            <a:off x="8516019" y="4633411"/>
            <a:ext cx="2635940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存取方式：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顺序     （       ）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直接     （       ）</a:t>
            </a:r>
          </a:p>
        </p:txBody>
      </p:sp>
    </p:spTree>
    <p:extLst>
      <p:ext uri="{BB962C8B-B14F-4D97-AF65-F5344CB8AC3E}">
        <p14:creationId xmlns:p14="http://schemas.microsoft.com/office/powerpoint/2010/main" val="386403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95093"/>
              </p:ext>
            </p:extLst>
          </p:nvPr>
        </p:nvGraphicFramePr>
        <p:xfrm>
          <a:off x="2384202" y="1237299"/>
          <a:ext cx="45532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外存地址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843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4295854" y="746527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467567" y="3429000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cxnSpLocks/>
          </p:cNvCxnSpPr>
          <p:nvPr/>
        </p:nvCxnSpPr>
        <p:spPr>
          <a:xfrm>
            <a:off x="5501882" y="1728607"/>
            <a:ext cx="3324600" cy="621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467567" y="293345"/>
            <a:ext cx="1784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隐式链接</a:t>
            </a:r>
          </a:p>
        </p:txBody>
      </p:sp>
      <p:graphicFrame>
        <p:nvGraphicFramePr>
          <p:cNvPr id="3" name="表格 21">
            <a:extLst>
              <a:ext uri="{FF2B5EF4-FFF2-40B4-BE49-F238E27FC236}">
                <a16:creationId xmlns:a16="http://schemas.microsoft.com/office/drawing/2014/main" id="{A36550A3-99E5-4405-BA3E-0D8BA88DA57E}"/>
              </a:ext>
            </a:extLst>
          </p:cNvPr>
          <p:cNvGraphicFramePr>
            <a:graphicFrameLocks noGrp="1"/>
          </p:cNvGraphicFramePr>
          <p:nvPr/>
        </p:nvGraphicFramePr>
        <p:xfrm>
          <a:off x="1236206" y="4326248"/>
          <a:ext cx="11479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96">
                  <a:extLst>
                    <a:ext uri="{9D8B030D-6E8A-4147-A177-3AD203B41FA5}">
                      <a16:colId xmlns:a16="http://schemas.microsoft.com/office/drawing/2014/main" val="1579541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逻辑记录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53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80584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238119A-3A97-4688-9F08-603DE335EF47}"/>
              </a:ext>
            </a:extLst>
          </p:cNvPr>
          <p:cNvSpPr txBox="1"/>
          <p:nvPr/>
        </p:nvSpPr>
        <p:spPr>
          <a:xfrm>
            <a:off x="340526" y="6118464"/>
            <a:ext cx="248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假设：逻辑记录</a:t>
            </a:r>
            <a:r>
              <a:rPr lang="en-US" altLang="zh-CN" b="1" dirty="0"/>
              <a:t>=</a:t>
            </a:r>
            <a:r>
              <a:rPr lang="zh-CN" altLang="en-US" b="1" dirty="0"/>
              <a:t>盘块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AD42DCF-DC1E-4E82-835C-D8E8C984C3BD}"/>
              </a:ext>
            </a:extLst>
          </p:cNvPr>
          <p:cNvCxnSpPr>
            <a:cxnSpLocks/>
          </p:cNvCxnSpPr>
          <p:nvPr/>
        </p:nvCxnSpPr>
        <p:spPr>
          <a:xfrm flipV="1">
            <a:off x="2142565" y="2464563"/>
            <a:ext cx="6738496" cy="237637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D5ABD4C-27CF-494C-81AD-DA34510FCDA1}"/>
              </a:ext>
            </a:extLst>
          </p:cNvPr>
          <p:cNvSpPr txBox="1"/>
          <p:nvPr/>
        </p:nvSpPr>
        <p:spPr>
          <a:xfrm>
            <a:off x="8516019" y="4633411"/>
            <a:ext cx="2635940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存取方式：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顺序     （       ）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直接     （       ）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5EA1A6-75B5-4F25-9E87-39F9AA540EE1}"/>
              </a:ext>
            </a:extLst>
          </p:cNvPr>
          <p:cNvCxnSpPr>
            <a:cxnSpLocks/>
          </p:cNvCxnSpPr>
          <p:nvPr/>
        </p:nvCxnSpPr>
        <p:spPr>
          <a:xfrm>
            <a:off x="9167792" y="2492114"/>
            <a:ext cx="322170" cy="41471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43E515D-7DFB-4229-883F-2A8CC5B96C52}"/>
              </a:ext>
            </a:extLst>
          </p:cNvPr>
          <p:cNvCxnSpPr>
            <a:cxnSpLocks/>
          </p:cNvCxnSpPr>
          <p:nvPr/>
        </p:nvCxnSpPr>
        <p:spPr>
          <a:xfrm>
            <a:off x="9808049" y="3181185"/>
            <a:ext cx="355678" cy="4526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20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35191"/>
              </p:ext>
            </p:extLst>
          </p:nvPr>
        </p:nvGraphicFramePr>
        <p:xfrm>
          <a:off x="425412" y="1208428"/>
          <a:ext cx="45532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843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2337064" y="717656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634165" y="3376966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478710" y="220716"/>
            <a:ext cx="1784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显式链接</a:t>
            </a:r>
          </a:p>
        </p:txBody>
      </p:sp>
      <p:graphicFrame>
        <p:nvGraphicFramePr>
          <p:cNvPr id="3" name="表格 21">
            <a:extLst>
              <a:ext uri="{FF2B5EF4-FFF2-40B4-BE49-F238E27FC236}">
                <a16:creationId xmlns:a16="http://schemas.microsoft.com/office/drawing/2014/main" id="{A36550A3-99E5-4405-BA3E-0D8BA88DA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99611"/>
              </p:ext>
            </p:extLst>
          </p:nvPr>
        </p:nvGraphicFramePr>
        <p:xfrm>
          <a:off x="1402804" y="4274214"/>
          <a:ext cx="11479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96">
                  <a:extLst>
                    <a:ext uri="{9D8B030D-6E8A-4147-A177-3AD203B41FA5}">
                      <a16:colId xmlns:a16="http://schemas.microsoft.com/office/drawing/2014/main" val="1579541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逻辑记录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53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80584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238119A-3A97-4688-9F08-603DE335EF47}"/>
              </a:ext>
            </a:extLst>
          </p:cNvPr>
          <p:cNvSpPr txBox="1"/>
          <p:nvPr/>
        </p:nvSpPr>
        <p:spPr>
          <a:xfrm>
            <a:off x="507124" y="6066430"/>
            <a:ext cx="248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假设：逻辑记录</a:t>
            </a:r>
            <a:r>
              <a:rPr lang="en-US" altLang="zh-CN" b="1" dirty="0"/>
              <a:t>=</a:t>
            </a:r>
            <a:r>
              <a:rPr lang="zh-CN" altLang="en-US" b="1" dirty="0"/>
              <a:t>盘块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AD42DCF-DC1E-4E82-835C-D8E8C984C3BD}"/>
              </a:ext>
            </a:extLst>
          </p:cNvPr>
          <p:cNvCxnSpPr>
            <a:cxnSpLocks/>
          </p:cNvCxnSpPr>
          <p:nvPr/>
        </p:nvCxnSpPr>
        <p:spPr>
          <a:xfrm>
            <a:off x="3508820" y="1778128"/>
            <a:ext cx="2696870" cy="14141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D5ABD4C-27CF-494C-81AD-DA34510FCDA1}"/>
              </a:ext>
            </a:extLst>
          </p:cNvPr>
          <p:cNvSpPr txBox="1"/>
          <p:nvPr/>
        </p:nvSpPr>
        <p:spPr>
          <a:xfrm>
            <a:off x="8804383" y="4491514"/>
            <a:ext cx="2635940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存取方式：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顺序     （       ）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直接     （       ）</a:t>
            </a:r>
          </a:p>
        </p:txBody>
      </p:sp>
      <p:graphicFrame>
        <p:nvGraphicFramePr>
          <p:cNvPr id="33" name="表格 25">
            <a:extLst>
              <a:ext uri="{FF2B5EF4-FFF2-40B4-BE49-F238E27FC236}">
                <a16:creationId xmlns:a16="http://schemas.microsoft.com/office/drawing/2014/main" id="{BF52119A-A50E-44EE-B4E7-5477038E5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60766"/>
              </p:ext>
            </p:extLst>
          </p:nvPr>
        </p:nvGraphicFramePr>
        <p:xfrm>
          <a:off x="6492421" y="1163990"/>
          <a:ext cx="1138313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链接指针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8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9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05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^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1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41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69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64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17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37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762402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3E17BB92-3149-4B9B-B9DA-64593FE581BC}"/>
              </a:ext>
            </a:extLst>
          </p:cNvPr>
          <p:cNvSpPr txBox="1"/>
          <p:nvPr/>
        </p:nvSpPr>
        <p:spPr>
          <a:xfrm>
            <a:off x="5740873" y="712233"/>
            <a:ext cx="185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文件分配表</a:t>
            </a:r>
            <a:r>
              <a:rPr lang="en-US" altLang="zh-CN" b="1" dirty="0"/>
              <a:t>-FAT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19780F-191F-4A1F-9A82-A992A2C627E4}"/>
              </a:ext>
            </a:extLst>
          </p:cNvPr>
          <p:cNvSpPr txBox="1"/>
          <p:nvPr/>
        </p:nvSpPr>
        <p:spPr>
          <a:xfrm>
            <a:off x="5437618" y="1128715"/>
            <a:ext cx="110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物理块号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D8B2602-C898-4A86-9BCC-D66817D5F567}"/>
              </a:ext>
            </a:extLst>
          </p:cNvPr>
          <p:cNvSpPr txBox="1"/>
          <p:nvPr/>
        </p:nvSpPr>
        <p:spPr>
          <a:xfrm>
            <a:off x="6077391" y="1548997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4149953-D019-40C2-ACCF-671FA93EB22C}"/>
              </a:ext>
            </a:extLst>
          </p:cNvPr>
          <p:cNvSpPr txBox="1"/>
          <p:nvPr/>
        </p:nvSpPr>
        <p:spPr>
          <a:xfrm>
            <a:off x="6077390" y="1860214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EE5A371-5C4B-4CA2-BC1C-0861EEC33750}"/>
              </a:ext>
            </a:extLst>
          </p:cNvPr>
          <p:cNvSpPr txBox="1"/>
          <p:nvPr/>
        </p:nvSpPr>
        <p:spPr>
          <a:xfrm>
            <a:off x="6070262" y="2265871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9B99561-1C61-4BE3-ACC7-491C89618282}"/>
              </a:ext>
            </a:extLst>
          </p:cNvPr>
          <p:cNvSpPr txBox="1"/>
          <p:nvPr/>
        </p:nvSpPr>
        <p:spPr>
          <a:xfrm>
            <a:off x="6075817" y="2653805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8301903-3DA4-4E7D-B42E-C9E250E6094C}"/>
              </a:ext>
            </a:extLst>
          </p:cNvPr>
          <p:cNvSpPr txBox="1"/>
          <p:nvPr/>
        </p:nvSpPr>
        <p:spPr>
          <a:xfrm>
            <a:off x="6071161" y="3007634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</a:t>
            </a:r>
            <a:endParaRPr lang="zh-CN" altLang="en-US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EE31A9C-A3B5-4184-AAE2-AFA489616A63}"/>
              </a:ext>
            </a:extLst>
          </p:cNvPr>
          <p:cNvSpPr txBox="1"/>
          <p:nvPr/>
        </p:nvSpPr>
        <p:spPr>
          <a:xfrm>
            <a:off x="6077390" y="3369599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16B75B6-D5AB-454A-89EB-78C46C66B7B4}"/>
              </a:ext>
            </a:extLst>
          </p:cNvPr>
          <p:cNvSpPr txBox="1"/>
          <p:nvPr/>
        </p:nvSpPr>
        <p:spPr>
          <a:xfrm>
            <a:off x="6086233" y="3767988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3A9EE4-FC5E-4893-A4DC-13A8577D89E5}"/>
              </a:ext>
            </a:extLst>
          </p:cNvPr>
          <p:cNvSpPr txBox="1"/>
          <p:nvPr/>
        </p:nvSpPr>
        <p:spPr>
          <a:xfrm>
            <a:off x="6077389" y="4122182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7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4B84EFB-EC5D-47F9-892C-20B711C5DB77}"/>
              </a:ext>
            </a:extLst>
          </p:cNvPr>
          <p:cNvSpPr txBox="1"/>
          <p:nvPr/>
        </p:nvSpPr>
        <p:spPr>
          <a:xfrm>
            <a:off x="6079104" y="4484862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8</a:t>
            </a:r>
            <a:endParaRPr lang="zh-CN" altLang="en-US" b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52C9AC9-1F7E-4927-B64D-C10BA53A8080}"/>
              </a:ext>
            </a:extLst>
          </p:cNvPr>
          <p:cNvSpPr txBox="1"/>
          <p:nvPr/>
        </p:nvSpPr>
        <p:spPr>
          <a:xfrm>
            <a:off x="6081132" y="4854194"/>
            <a:ext cx="31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9</a:t>
            </a:r>
            <a:endParaRPr lang="zh-CN" altLang="en-US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D810E0B-116E-4BAC-91FC-1A3FD6338EFE}"/>
              </a:ext>
            </a:extLst>
          </p:cNvPr>
          <p:cNvSpPr txBox="1"/>
          <p:nvPr/>
        </p:nvSpPr>
        <p:spPr>
          <a:xfrm>
            <a:off x="6065406" y="5244097"/>
            <a:ext cx="446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</a:t>
            </a:r>
            <a:endParaRPr lang="zh-CN" altLang="en-US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25C4498-0B5F-4A43-A95D-85EBF215144B}"/>
              </a:ext>
            </a:extLst>
          </p:cNvPr>
          <p:cNvSpPr txBox="1"/>
          <p:nvPr/>
        </p:nvSpPr>
        <p:spPr>
          <a:xfrm>
            <a:off x="6070260" y="5637332"/>
            <a:ext cx="46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</a:t>
            </a:r>
            <a:endParaRPr lang="zh-CN" altLang="en-US" b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C1A52C2-87CD-4A42-97F7-F559B9409600}"/>
              </a:ext>
            </a:extLst>
          </p:cNvPr>
          <p:cNvSpPr txBox="1"/>
          <p:nvPr/>
        </p:nvSpPr>
        <p:spPr>
          <a:xfrm>
            <a:off x="6051009" y="6052289"/>
            <a:ext cx="46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12</a:t>
            </a:r>
            <a:endParaRPr lang="zh-CN" altLang="en-US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FBF7D21-68F9-4E74-A88A-F40217564699}"/>
              </a:ext>
            </a:extLst>
          </p:cNvPr>
          <p:cNvSpPr txBox="1"/>
          <p:nvPr/>
        </p:nvSpPr>
        <p:spPr>
          <a:xfrm>
            <a:off x="6038785" y="6421621"/>
            <a:ext cx="460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13</a:t>
            </a:r>
            <a:endParaRPr lang="zh-CN" altLang="en-US" b="1" dirty="0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C79F6BA-1987-4F8B-8B97-BB02C33C6C56}"/>
              </a:ext>
            </a:extLst>
          </p:cNvPr>
          <p:cNvCxnSpPr/>
          <p:nvPr/>
        </p:nvCxnSpPr>
        <p:spPr>
          <a:xfrm>
            <a:off x="7630734" y="3192300"/>
            <a:ext cx="4881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D24FB45-422C-43C1-B46F-D60525450841}"/>
              </a:ext>
            </a:extLst>
          </p:cNvPr>
          <p:cNvCxnSpPr/>
          <p:nvPr/>
        </p:nvCxnSpPr>
        <p:spPr>
          <a:xfrm>
            <a:off x="8118909" y="3192300"/>
            <a:ext cx="0" cy="19139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F8A472C-9B65-4E53-809C-6E0C8B06B554}"/>
              </a:ext>
            </a:extLst>
          </p:cNvPr>
          <p:cNvCxnSpPr>
            <a:cxnSpLocks/>
          </p:cNvCxnSpPr>
          <p:nvPr/>
        </p:nvCxnSpPr>
        <p:spPr>
          <a:xfrm flipH="1">
            <a:off x="7630734" y="5106202"/>
            <a:ext cx="48817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085E7A48-C5F3-42CA-AB50-9675833EB4CA}"/>
              </a:ext>
            </a:extLst>
          </p:cNvPr>
          <p:cNvCxnSpPr>
            <a:cxnSpLocks/>
          </p:cNvCxnSpPr>
          <p:nvPr/>
        </p:nvCxnSpPr>
        <p:spPr>
          <a:xfrm>
            <a:off x="7874821" y="3854982"/>
            <a:ext cx="0" cy="11609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9F0F247-8CBA-493A-8129-1648B0C9BB93}"/>
              </a:ext>
            </a:extLst>
          </p:cNvPr>
          <p:cNvCxnSpPr>
            <a:cxnSpLocks/>
          </p:cNvCxnSpPr>
          <p:nvPr/>
        </p:nvCxnSpPr>
        <p:spPr>
          <a:xfrm>
            <a:off x="7630734" y="5006190"/>
            <a:ext cx="24408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774F96F-275B-41AF-89FD-F16A993EB4BC}"/>
              </a:ext>
            </a:extLst>
          </p:cNvPr>
          <p:cNvCxnSpPr>
            <a:cxnSpLocks/>
          </p:cNvCxnSpPr>
          <p:nvPr/>
        </p:nvCxnSpPr>
        <p:spPr>
          <a:xfrm flipH="1">
            <a:off x="7561383" y="3864608"/>
            <a:ext cx="284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82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5">
            <a:extLst>
              <a:ext uri="{FF2B5EF4-FFF2-40B4-BE49-F238E27FC236}">
                <a16:creationId xmlns:a16="http://schemas.microsoft.com/office/drawing/2014/main" id="{EC571020-5A8D-4302-A545-66430E5F3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661679"/>
              </p:ext>
            </p:extLst>
          </p:nvPr>
        </p:nvGraphicFramePr>
        <p:xfrm>
          <a:off x="571881" y="1027966"/>
          <a:ext cx="45532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13">
                  <a:extLst>
                    <a:ext uri="{9D8B030D-6E8A-4147-A177-3AD203B41FA5}">
                      <a16:colId xmlns:a16="http://schemas.microsoft.com/office/drawing/2014/main" val="2945847560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050716502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964814795"/>
                    </a:ext>
                  </a:extLst>
                </a:gridCol>
                <a:gridCol w="1138313">
                  <a:extLst>
                    <a:ext uri="{9D8B030D-6E8A-4147-A177-3AD203B41FA5}">
                      <a16:colId xmlns:a16="http://schemas.microsoft.com/office/drawing/2014/main" val="3823150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文件大小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51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6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843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4B9462-F445-4C40-85C7-AF334FD12958}"/>
              </a:ext>
            </a:extLst>
          </p:cNvPr>
          <p:cNvSpPr/>
          <p:nvPr/>
        </p:nvSpPr>
        <p:spPr>
          <a:xfrm>
            <a:off x="8648738" y="1329026"/>
            <a:ext cx="2684333" cy="29158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2DF4AF-C353-4E96-98C5-3336BD243A4A}"/>
              </a:ext>
            </a:extLst>
          </p:cNvPr>
          <p:cNvSpPr txBox="1"/>
          <p:nvPr/>
        </p:nvSpPr>
        <p:spPr>
          <a:xfrm>
            <a:off x="9602382" y="830620"/>
            <a:ext cx="77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磁盘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EA836-03F9-4EA4-8899-0C20AF46A0BD}"/>
              </a:ext>
            </a:extLst>
          </p:cNvPr>
          <p:cNvSpPr/>
          <p:nvPr/>
        </p:nvSpPr>
        <p:spPr>
          <a:xfrm>
            <a:off x="882648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A987B-1BC9-451D-AC12-85813E5ACD90}"/>
              </a:ext>
            </a:extLst>
          </p:cNvPr>
          <p:cNvSpPr/>
          <p:nvPr/>
        </p:nvSpPr>
        <p:spPr>
          <a:xfrm>
            <a:off x="948996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65ABE-F530-46BD-8B77-7465F427A363}"/>
              </a:ext>
            </a:extLst>
          </p:cNvPr>
          <p:cNvSpPr/>
          <p:nvPr/>
        </p:nvSpPr>
        <p:spPr>
          <a:xfrm>
            <a:off x="10153442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B50C0-BAA5-4E14-869F-544F6FF8420C}"/>
              </a:ext>
            </a:extLst>
          </p:cNvPr>
          <p:cNvSpPr/>
          <p:nvPr/>
        </p:nvSpPr>
        <p:spPr>
          <a:xfrm>
            <a:off x="10786916" y="1552720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EBAA9-150D-478B-A1D0-CF919589F271}"/>
              </a:ext>
            </a:extLst>
          </p:cNvPr>
          <p:cNvSpPr/>
          <p:nvPr/>
        </p:nvSpPr>
        <p:spPr>
          <a:xfrm>
            <a:off x="8826482" y="2153596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D5A209-43FE-44E5-BD9D-8E83EAE7AD0B}"/>
              </a:ext>
            </a:extLst>
          </p:cNvPr>
          <p:cNvSpPr/>
          <p:nvPr/>
        </p:nvSpPr>
        <p:spPr>
          <a:xfrm>
            <a:off x="948996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A6CD0-92BF-43A9-8BCC-3D549977D7DB}"/>
              </a:ext>
            </a:extLst>
          </p:cNvPr>
          <p:cNvSpPr/>
          <p:nvPr/>
        </p:nvSpPr>
        <p:spPr>
          <a:xfrm>
            <a:off x="10153442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C427EF-A8EA-458E-8B93-2A86D83FB4D8}"/>
              </a:ext>
            </a:extLst>
          </p:cNvPr>
          <p:cNvSpPr/>
          <p:nvPr/>
        </p:nvSpPr>
        <p:spPr>
          <a:xfrm>
            <a:off x="10786916" y="2153596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7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B7B-8B38-42D2-B765-D9EB032BAF58}"/>
              </a:ext>
            </a:extLst>
          </p:cNvPr>
          <p:cNvSpPr/>
          <p:nvPr/>
        </p:nvSpPr>
        <p:spPr>
          <a:xfrm>
            <a:off x="882648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B33B56-655B-4981-A4B5-C4A44C3C9EEC}"/>
              </a:ext>
            </a:extLst>
          </p:cNvPr>
          <p:cNvSpPr/>
          <p:nvPr/>
        </p:nvSpPr>
        <p:spPr>
          <a:xfrm>
            <a:off x="9489962" y="2866761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9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960A1-B769-448A-9EC7-354D9B2752DB}"/>
              </a:ext>
            </a:extLst>
          </p:cNvPr>
          <p:cNvSpPr/>
          <p:nvPr/>
        </p:nvSpPr>
        <p:spPr>
          <a:xfrm>
            <a:off x="10153442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9E73C-1C2F-439C-9974-244C78532D79}"/>
              </a:ext>
            </a:extLst>
          </p:cNvPr>
          <p:cNvSpPr/>
          <p:nvPr/>
        </p:nvSpPr>
        <p:spPr>
          <a:xfrm>
            <a:off x="10786916" y="2866761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EEFB2B-B6DE-4058-A4EA-5BD0D0957CEE}"/>
              </a:ext>
            </a:extLst>
          </p:cNvPr>
          <p:cNvSpPr/>
          <p:nvPr/>
        </p:nvSpPr>
        <p:spPr>
          <a:xfrm>
            <a:off x="8826482" y="3555832"/>
            <a:ext cx="376749" cy="39244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12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34F7F-6723-45B4-AE3B-B300B82CB065}"/>
              </a:ext>
            </a:extLst>
          </p:cNvPr>
          <p:cNvSpPr/>
          <p:nvPr/>
        </p:nvSpPr>
        <p:spPr>
          <a:xfrm>
            <a:off x="9489962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3A4FF-E5CD-4372-8883-E272445066A0}"/>
              </a:ext>
            </a:extLst>
          </p:cNvPr>
          <p:cNvSpPr/>
          <p:nvPr/>
        </p:nvSpPr>
        <p:spPr>
          <a:xfrm>
            <a:off x="10153442" y="3555832"/>
            <a:ext cx="376749" cy="3924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9C9E2F-69BC-4976-A1E5-D569834E4A6A}"/>
              </a:ext>
            </a:extLst>
          </p:cNvPr>
          <p:cNvSpPr/>
          <p:nvPr/>
        </p:nvSpPr>
        <p:spPr>
          <a:xfrm>
            <a:off x="10786916" y="3555832"/>
            <a:ext cx="376749" cy="3924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15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077DE-7FAC-4CE1-8CCC-757164C73F7D}"/>
              </a:ext>
            </a:extLst>
          </p:cNvPr>
          <p:cNvSpPr txBox="1"/>
          <p:nvPr/>
        </p:nvSpPr>
        <p:spPr>
          <a:xfrm>
            <a:off x="2483533" y="537194"/>
            <a:ext cx="148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目录（外存）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7135780-DCA5-495F-90E5-8B40313A67FE}"/>
              </a:ext>
            </a:extLst>
          </p:cNvPr>
          <p:cNvSpPr/>
          <p:nvPr/>
        </p:nvSpPr>
        <p:spPr>
          <a:xfrm>
            <a:off x="259696" y="3404937"/>
            <a:ext cx="949028" cy="7548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文件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B036A4-3D7A-488A-9FA1-0DDECDF5981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591196" y="1634560"/>
            <a:ext cx="1762231" cy="23324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C8686A0-5823-47BC-8BFB-64BCB9F1021A}"/>
              </a:ext>
            </a:extLst>
          </p:cNvPr>
          <p:cNvSpPr txBox="1"/>
          <p:nvPr/>
        </p:nvSpPr>
        <p:spPr>
          <a:xfrm>
            <a:off x="279875" y="139371"/>
            <a:ext cx="1784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单级索引</a:t>
            </a:r>
          </a:p>
        </p:txBody>
      </p:sp>
      <p:graphicFrame>
        <p:nvGraphicFramePr>
          <p:cNvPr id="3" name="表格 21">
            <a:extLst>
              <a:ext uri="{FF2B5EF4-FFF2-40B4-BE49-F238E27FC236}">
                <a16:creationId xmlns:a16="http://schemas.microsoft.com/office/drawing/2014/main" id="{A36550A3-99E5-4405-BA3E-0D8BA88DA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36190"/>
              </p:ext>
            </p:extLst>
          </p:nvPr>
        </p:nvGraphicFramePr>
        <p:xfrm>
          <a:off x="1028335" y="4302185"/>
          <a:ext cx="11479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96">
                  <a:extLst>
                    <a:ext uri="{9D8B030D-6E8A-4147-A177-3AD203B41FA5}">
                      <a16:colId xmlns:a16="http://schemas.microsoft.com/office/drawing/2014/main" val="1579541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逻辑记录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53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1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37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80584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238119A-3A97-4688-9F08-603DE335EF47}"/>
              </a:ext>
            </a:extLst>
          </p:cNvPr>
          <p:cNvSpPr txBox="1"/>
          <p:nvPr/>
        </p:nvSpPr>
        <p:spPr>
          <a:xfrm>
            <a:off x="132655" y="6094401"/>
            <a:ext cx="248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假设：逻辑记录</a:t>
            </a:r>
            <a:r>
              <a:rPr lang="en-US" altLang="zh-CN" b="1" dirty="0"/>
              <a:t>=</a:t>
            </a:r>
            <a:r>
              <a:rPr lang="zh-CN" altLang="en-US" b="1" dirty="0"/>
              <a:t>盘块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D5ABD4C-27CF-494C-81AD-DA34510FCDA1}"/>
              </a:ext>
            </a:extLst>
          </p:cNvPr>
          <p:cNvSpPr txBox="1"/>
          <p:nvPr/>
        </p:nvSpPr>
        <p:spPr>
          <a:xfrm>
            <a:off x="8826482" y="4593341"/>
            <a:ext cx="2635940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存取方式：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顺序     （       ）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直接     （       ）</a:t>
            </a:r>
          </a:p>
        </p:txBody>
      </p:sp>
      <p:graphicFrame>
        <p:nvGraphicFramePr>
          <p:cNvPr id="2" name="表格 22">
            <a:extLst>
              <a:ext uri="{FF2B5EF4-FFF2-40B4-BE49-F238E27FC236}">
                <a16:creationId xmlns:a16="http://schemas.microsoft.com/office/drawing/2014/main" id="{4D11A58C-559C-403A-93E6-7F79F4FA4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5039"/>
              </p:ext>
            </p:extLst>
          </p:nvPr>
        </p:nvGraphicFramePr>
        <p:xfrm>
          <a:off x="4695904" y="4285341"/>
          <a:ext cx="30660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004">
                  <a:extLst>
                    <a:ext uri="{9D8B030D-6E8A-4147-A177-3AD203B41FA5}">
                      <a16:colId xmlns:a16="http://schemas.microsoft.com/office/drawing/2014/main" val="3098777423"/>
                    </a:ext>
                  </a:extLst>
                </a:gridCol>
                <a:gridCol w="1533004">
                  <a:extLst>
                    <a:ext uri="{9D8B030D-6E8A-4147-A177-3AD203B41FA5}">
                      <a16:colId xmlns:a16="http://schemas.microsoft.com/office/drawing/2014/main" val="363577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物理块号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667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58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9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14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11438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B94BD35C-1041-48ED-97E7-722472B688BF}"/>
              </a:ext>
            </a:extLst>
          </p:cNvPr>
          <p:cNvSpPr txBox="1"/>
          <p:nvPr/>
        </p:nvSpPr>
        <p:spPr>
          <a:xfrm>
            <a:off x="5353427" y="3782341"/>
            <a:ext cx="188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索引结点（</a:t>
            </a:r>
            <a:r>
              <a:rPr lang="en-US" altLang="zh-CN" b="1" dirty="0"/>
              <a:t> #12 </a:t>
            </a:r>
            <a:r>
              <a:rPr lang="zh-CN" altLang="en-US" b="1" dirty="0"/>
              <a:t>）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970E2E1-06CE-450C-AB71-8BEB572C071A}"/>
              </a:ext>
            </a:extLst>
          </p:cNvPr>
          <p:cNvCxnSpPr>
            <a:cxnSpLocks/>
          </p:cNvCxnSpPr>
          <p:nvPr/>
        </p:nvCxnSpPr>
        <p:spPr>
          <a:xfrm flipV="1">
            <a:off x="7417463" y="2500346"/>
            <a:ext cx="1468630" cy="24117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2785924-095C-40F2-8AD6-C14EE30776EA}"/>
              </a:ext>
            </a:extLst>
          </p:cNvPr>
          <p:cNvCxnSpPr>
            <a:cxnSpLocks/>
          </p:cNvCxnSpPr>
          <p:nvPr/>
        </p:nvCxnSpPr>
        <p:spPr>
          <a:xfrm flipV="1">
            <a:off x="7417463" y="3168927"/>
            <a:ext cx="2249312" cy="20617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78601A5-E98B-42BF-85A0-E17AA76D951A}"/>
              </a:ext>
            </a:extLst>
          </p:cNvPr>
          <p:cNvCxnSpPr>
            <a:cxnSpLocks/>
          </p:cNvCxnSpPr>
          <p:nvPr/>
        </p:nvCxnSpPr>
        <p:spPr>
          <a:xfrm flipV="1">
            <a:off x="7447068" y="3769803"/>
            <a:ext cx="2735979" cy="1878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62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409</Words>
  <Application>Microsoft Office PowerPoint</Application>
  <PresentationFormat>宽屏</PresentationFormat>
  <Paragraphs>281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</dc:creator>
  <cp:lastModifiedBy>zhang hui</cp:lastModifiedBy>
  <cp:revision>21</cp:revision>
  <dcterms:created xsi:type="dcterms:W3CDTF">2022-04-23T10:03:03Z</dcterms:created>
  <dcterms:modified xsi:type="dcterms:W3CDTF">2022-04-23T12:05:49Z</dcterms:modified>
</cp:coreProperties>
</file>