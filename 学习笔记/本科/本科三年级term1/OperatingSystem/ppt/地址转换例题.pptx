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673FF-26E6-4D47-8E7C-B6DCA1B92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0D19C0-9D4C-497F-87E1-083A3C269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69919-DE14-4CF1-83C2-EA0785C8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4FB68D-EC4F-454E-BF37-C83A1F46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22B54F-A745-4938-9836-7EF21F0D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01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B771F-455F-45E5-A013-7228FAC3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18163-EB45-4468-86A9-5884BD66C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73E2D2-A34E-41B2-B624-A88D0EC0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1A7F2-13A2-4E09-8BE9-AD3EC6F7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5342E-134F-4059-AC67-06DEAC30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59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AE786-97CA-497C-A62F-20A0E581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249027-B276-4C14-8011-237D1491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E0041-BB17-4BC6-AF34-7965004F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FF860-CF28-4267-AB2E-92786133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C29F51-4241-40DA-B7C8-DE04EF97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6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C85FA-6BDF-4338-A32C-DD4D57AA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D8E518-115C-4DAE-BFBA-1F70ABBF4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CE3743-00AB-4FDB-A32E-47C7C3D04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FD7B81-7407-49B1-97FF-C6ACEEBD0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5200E-B0E7-4E48-8097-CB39DC71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A4E1E7-B8C5-4477-908A-3C8C5E86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25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F023F-1004-4B15-9AE9-2DAFC346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54B5FA-4A5E-46C1-9018-B08F1306A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F120E-3C10-4EC2-ABCF-3943D4D3A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C1653B-E29C-4448-A877-F407D050B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AF26F7-BE2C-43D7-9D0F-FBFD82A98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CEF6AA-BCBE-4B9B-99AE-EE004211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C19ADF-AB0C-4B44-813F-E5CCE1F49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D2463E-A477-4502-B955-8E2AE9B6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25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9B52C-58E2-4BE9-ACDA-C712F14B8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7CDF4A-7030-4887-A23F-AFA8F425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85D234-365B-4A4E-A20A-FE6AFDFE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FBE832-3A8E-4D8F-AA5E-B5FBC4E7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13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0A4D9E-A0EF-4D20-806D-0220B36D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881F8F-0657-41B0-A3F2-12C4718C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62FD54-2E12-4F04-9E3A-932609ED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3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F6D2A-FE8F-4ACF-A913-78DCC6323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54CE2-AB7B-4DDD-860D-B6DC9EB89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244043-63F6-4A6E-A88D-E88F43FD6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A08CB5-86D3-4C06-B22C-36B175D2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CD40AB-FDDF-41CF-9045-ADC76ACC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E22C3C-A680-4226-A1B1-4C732AF5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13CE3-E674-4EC8-AFAA-EFEFE3A88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4C8ED2-8D2F-4147-8BC9-F0F62394A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B184D1-6435-491E-B984-50C1669CC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173AF9-1699-4BB8-B300-53D5CB2C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336F-DCA0-4BC6-8D41-A283F6D3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06D34E-044A-443A-A9CA-AFE030B3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925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27FEA-75A5-483B-AE25-FFED8A90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60E032-36D1-41C0-895C-76D8391D9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451DE-22FB-48E5-A4A8-0C9A24250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2902B-BBB5-4078-B703-1BBED651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F1DBD0-2002-4463-8C9E-AF589646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99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99286C-EBE7-4B0A-92AF-77F7641E9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EFE421-5668-4764-8C4A-75658AF1E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73FBE0-F60F-413B-A398-A42CBCD6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1CCC16-C2BF-42D6-9CED-508DF25E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3DD5F7-7F35-4265-A1FC-E0F69374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24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2C573D-5295-4992-A06F-BBAD5024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3FD3C8-9043-4ECA-BE0B-780832B81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AF689B-07B6-4E4E-8E55-52AC6944E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05C8-A896-4AB8-A9FB-F9895C929C5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FA372B-48B6-4B51-AC8A-5EC48604B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BAE16-4392-4BD4-B8AC-CBB76699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8A48B-0EA6-4973-97CD-6691F09544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63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63D6939-7578-48D3-8CEE-B07C5C7CD358}"/>
              </a:ext>
            </a:extLst>
          </p:cNvPr>
          <p:cNvSpPr txBox="1"/>
          <p:nvPr/>
        </p:nvSpPr>
        <p:spPr>
          <a:xfrm>
            <a:off x="1285875" y="876300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逻辑地址空间（作业大小）： </a:t>
            </a:r>
            <a:r>
              <a:rPr lang="en-US" altLang="zh-CN" dirty="0"/>
              <a:t>2</a:t>
            </a:r>
            <a:r>
              <a:rPr lang="en-US" altLang="zh-CN" baseline="30000" dirty="0"/>
              <a:t>12</a:t>
            </a:r>
            <a:r>
              <a:rPr lang="en-US" altLang="zh-CN" dirty="0"/>
              <a:t> </a:t>
            </a:r>
            <a:r>
              <a:rPr lang="zh-CN" altLang="en-US" dirty="0"/>
              <a:t>（页大小）</a:t>
            </a:r>
            <a:r>
              <a:rPr lang="en-US" altLang="zh-CN" dirty="0"/>
              <a:t>X 2</a:t>
            </a:r>
            <a:r>
              <a:rPr lang="en-US" altLang="zh-CN" baseline="30000" dirty="0"/>
              <a:t>20</a:t>
            </a:r>
            <a:r>
              <a:rPr lang="zh-CN" altLang="en-US" dirty="0"/>
              <a:t>（页数）</a:t>
            </a:r>
            <a:r>
              <a:rPr lang="en-US" altLang="zh-CN" dirty="0"/>
              <a:t>=  2</a:t>
            </a:r>
            <a:r>
              <a:rPr lang="en-US" altLang="zh-CN" baseline="30000" dirty="0"/>
              <a:t>32</a:t>
            </a:r>
            <a:endParaRPr lang="zh-CN" altLang="en-US" baseline="30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1E1685-2094-42E8-9927-8B504B848C32}"/>
              </a:ext>
            </a:extLst>
          </p:cNvPr>
          <p:cNvSpPr txBox="1"/>
          <p:nvPr/>
        </p:nvSpPr>
        <p:spPr>
          <a:xfrm>
            <a:off x="1285875" y="1414939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                                                4KB        X          1M     =  4GB</a:t>
            </a:r>
            <a:endParaRPr lang="zh-CN" altLang="en-US" baseline="30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BED8A6-2DBD-4485-98F2-E2D7DA05829B}"/>
              </a:ext>
            </a:extLst>
          </p:cNvPr>
          <p:cNvSpPr txBox="1"/>
          <p:nvPr/>
        </p:nvSpPr>
        <p:spPr>
          <a:xfrm>
            <a:off x="1285875" y="2105025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物理地址空间（内存大小）： </a:t>
            </a:r>
            <a:r>
              <a:rPr lang="en-US" altLang="zh-CN" dirty="0"/>
              <a:t>2</a:t>
            </a:r>
            <a:r>
              <a:rPr lang="en-US" altLang="zh-CN" baseline="30000" dirty="0"/>
              <a:t>12</a:t>
            </a:r>
            <a:r>
              <a:rPr lang="en-US" altLang="zh-CN" dirty="0"/>
              <a:t> </a:t>
            </a:r>
            <a:r>
              <a:rPr lang="zh-CN" altLang="en-US" dirty="0"/>
              <a:t>（块大小）</a:t>
            </a:r>
            <a:r>
              <a:rPr lang="en-US" altLang="zh-CN" dirty="0"/>
              <a:t>X 2</a:t>
            </a:r>
            <a:r>
              <a:rPr lang="en-US" altLang="zh-CN" baseline="30000" dirty="0"/>
              <a:t>10</a:t>
            </a:r>
            <a:r>
              <a:rPr lang="zh-CN" altLang="en-US" dirty="0"/>
              <a:t>（块数）</a:t>
            </a:r>
            <a:r>
              <a:rPr lang="en-US" altLang="zh-CN" dirty="0"/>
              <a:t>=  2</a:t>
            </a:r>
            <a:r>
              <a:rPr lang="en-US" altLang="zh-CN" baseline="30000" dirty="0"/>
              <a:t>22</a:t>
            </a:r>
            <a:endParaRPr lang="zh-CN" altLang="en-US" baseline="30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EC45A8-4C23-44A7-9AC5-7A66507D6995}"/>
              </a:ext>
            </a:extLst>
          </p:cNvPr>
          <p:cNvSpPr txBox="1"/>
          <p:nvPr/>
        </p:nvSpPr>
        <p:spPr>
          <a:xfrm>
            <a:off x="1285874" y="2610445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                                                4KB        X          1k     =   4MB  </a:t>
            </a:r>
            <a:endParaRPr lang="zh-CN" altLang="en-US" baseline="30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899141-4A73-4EBF-A686-2E35C8168B1C}"/>
              </a:ext>
            </a:extLst>
          </p:cNvPr>
          <p:cNvSpPr txBox="1"/>
          <p:nvPr/>
        </p:nvSpPr>
        <p:spPr>
          <a:xfrm>
            <a:off x="1285873" y="3621285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逻辑地址</a:t>
            </a:r>
            <a:r>
              <a:rPr lang="en-US" altLang="zh-CN" dirty="0"/>
              <a:t>1011</a:t>
            </a:r>
            <a:r>
              <a:rPr lang="zh-CN" altLang="en-US" dirty="0"/>
              <a:t>（十进制）</a:t>
            </a:r>
            <a:r>
              <a:rPr lang="en-US" altLang="zh-CN" dirty="0"/>
              <a:t> </a:t>
            </a:r>
            <a:endParaRPr lang="zh-CN" altLang="en-US" baseline="30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8F6A8E-F9A7-4FD8-80F8-9CD3C036ACD8}"/>
              </a:ext>
            </a:extLst>
          </p:cNvPr>
          <p:cNvSpPr txBox="1"/>
          <p:nvPr/>
        </p:nvSpPr>
        <p:spPr>
          <a:xfrm>
            <a:off x="1285872" y="4152779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页号：</a:t>
            </a:r>
            <a:r>
              <a:rPr lang="en-US" altLang="zh-CN" dirty="0"/>
              <a:t>int【1011/1024】 = 0               </a:t>
            </a:r>
            <a:r>
              <a:rPr lang="zh-CN" altLang="en-US" dirty="0"/>
              <a:t>页内位移</a:t>
            </a:r>
            <a:r>
              <a:rPr lang="en-US" altLang="zh-CN" dirty="0"/>
              <a:t>: 1011 mod 1024 = 1011 </a:t>
            </a:r>
            <a:endParaRPr lang="zh-CN" altLang="en-US" baseline="30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4CA600-3AB8-420D-A68D-6FF97558660E}"/>
              </a:ext>
            </a:extLst>
          </p:cNvPr>
          <p:cNvSpPr txBox="1"/>
          <p:nvPr/>
        </p:nvSpPr>
        <p:spPr>
          <a:xfrm>
            <a:off x="1285871" y="4768213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页号对应块号（查页表）  </a:t>
            </a:r>
            <a:r>
              <a:rPr lang="en-US" altLang="zh-CN" dirty="0"/>
              <a:t>0 -&gt; 2        </a:t>
            </a:r>
            <a:r>
              <a:rPr lang="zh-CN" altLang="en-US" dirty="0"/>
              <a:t>块内位移：</a:t>
            </a:r>
            <a:r>
              <a:rPr lang="en-US" altLang="zh-CN" dirty="0"/>
              <a:t>1011</a:t>
            </a:r>
            <a:r>
              <a:rPr lang="zh-CN" altLang="en-US" dirty="0"/>
              <a:t>（与页内位移相等）</a:t>
            </a:r>
            <a:endParaRPr lang="zh-CN" altLang="en-US" baseline="30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579BC3-064E-4F69-9374-B9953E99D4C9}"/>
              </a:ext>
            </a:extLst>
          </p:cNvPr>
          <p:cNvSpPr txBox="1"/>
          <p:nvPr/>
        </p:nvSpPr>
        <p:spPr>
          <a:xfrm>
            <a:off x="1285871" y="5325781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物理地址：</a:t>
            </a:r>
            <a:r>
              <a:rPr lang="en-US" altLang="zh-CN" dirty="0"/>
              <a:t>2</a:t>
            </a:r>
            <a:r>
              <a:rPr lang="zh-CN" altLang="en-US" dirty="0"/>
              <a:t>（块号）</a:t>
            </a:r>
            <a:r>
              <a:rPr lang="en-US" altLang="zh-CN" dirty="0"/>
              <a:t>X 1024</a:t>
            </a:r>
            <a:r>
              <a:rPr lang="zh-CN" altLang="en-US" dirty="0"/>
              <a:t>（块大小）</a:t>
            </a:r>
            <a:r>
              <a:rPr lang="en-US" altLang="zh-CN" dirty="0"/>
              <a:t>+ 1011</a:t>
            </a:r>
            <a:r>
              <a:rPr lang="zh-CN" altLang="en-US" dirty="0"/>
              <a:t>（块内位移）</a:t>
            </a:r>
            <a:r>
              <a:rPr lang="en-US" altLang="zh-CN" dirty="0"/>
              <a:t>= </a:t>
            </a:r>
            <a:r>
              <a:rPr lang="en-US" altLang="zh-CN" sz="18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0BF3H</a:t>
            </a:r>
            <a:r>
              <a:rPr lang="en-US" altLang="zh-CN" dirty="0"/>
              <a:t> </a:t>
            </a:r>
            <a:endParaRPr lang="zh-CN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68084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张佩雯</dc:creator>
  <cp:lastModifiedBy>张佩雯</cp:lastModifiedBy>
  <cp:revision>3</cp:revision>
  <dcterms:created xsi:type="dcterms:W3CDTF">2022-04-13T02:35:58Z</dcterms:created>
  <dcterms:modified xsi:type="dcterms:W3CDTF">2022-04-13T03:07:45Z</dcterms:modified>
</cp:coreProperties>
</file>