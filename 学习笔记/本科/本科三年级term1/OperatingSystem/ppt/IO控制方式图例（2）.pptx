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81" d="100"/>
          <a:sy n="81" d="100"/>
        </p:scale>
        <p:origin x="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469323-8B1E-4CF3-8EF6-4410A39DD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CCF3AD-2119-453C-A371-983C1317B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876E85-4395-4724-8C33-5058C6D89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5202E-3A9E-4497-B404-67A01F65EE83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6E7B5C-932A-4BAB-B739-44181084C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AAF4DF-8939-4A43-A9BB-4D32C0C3A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75A8-32BC-4772-ACF3-35B52500E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734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5AC04E-18A8-47D5-923B-4C7349460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F0BA0B-63E9-4BF5-829E-F7294F201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2912D1-E35C-4DAB-939A-0451A9AAC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5202E-3A9E-4497-B404-67A01F65EE83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5FEE2D-7978-43A0-A2F7-A4222A3A2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5F3148-6663-4C7D-AD71-18B0F686A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75A8-32BC-4772-ACF3-35B52500E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12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064711-A0F7-46BB-8D9D-BFBDAC0F6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6019B5-B9A3-4F13-B9CC-3A939DCF5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C7AC79-DC3F-4EAE-B182-350610410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5202E-3A9E-4497-B404-67A01F65EE83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8B09B2-DE5D-44BB-A0A2-39B370534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1E35DB-157A-43FB-8276-03B2E99E6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75A8-32BC-4772-ACF3-35B52500E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59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111A22-E99A-49AA-96DA-F71FA8B9F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A73E56-FD07-4489-972B-497E4E516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86B378-2816-4676-BB4D-931ED0109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EFD3F3-7325-48BB-ADDE-C82731EC1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5202E-3A9E-4497-B404-67A01F65EE83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6B1B59-685E-4737-8A57-032754154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6F211E-A729-4598-83ED-8812D85AE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75A8-32BC-4772-ACF3-35B52500E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490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311186-EE2D-4055-BE24-D27CD676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8FB052-9481-4606-82C3-5B68D0B69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2046B1-78FA-4BE0-BB52-DD5FBB378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D24580E-1FF7-47A5-AFE4-BAC7F0497E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29CCB2D-2D37-438B-B3FA-39C861F922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A29682C-338B-444F-985E-1A5F3502A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5202E-3A9E-4497-B404-67A01F65EE83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DFA925B-6FA9-43EA-BAB4-C439B7092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AB37DE8-B0FB-4D28-97CD-D8ADA1E78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75A8-32BC-4772-ACF3-35B52500E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12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C4F39C-B9A2-44AE-A9EC-3FB578AF7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AFAC543-EABC-4D02-B3C2-E1F5BAD3F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5202E-3A9E-4497-B404-67A01F65EE83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EFDB22B-D1DD-425E-827B-641F51EDE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C6934D-145F-45EB-9E5D-1E12CA22E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75A8-32BC-4772-ACF3-35B52500E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546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E59D9AE-5488-4F18-BBEE-8116AD9B1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5202E-3A9E-4497-B404-67A01F65EE83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C0E373F-B39B-4002-9F49-C8A3AC0DD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FCFB3A-973B-455F-9157-2272741EF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75A8-32BC-4772-ACF3-35B52500E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748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31901C-B3FF-4229-8E53-C293BAB05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25CAF3-33DF-4E4A-BF09-61FA899AE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6A4B3B-C854-4286-B6C2-0C6692427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7BECB8-6985-4E7A-8B54-EAF78DC2C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5202E-3A9E-4497-B404-67A01F65EE83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2825D3-5A8F-436C-B153-8785942A8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71C0EA-D25A-40EF-B836-D85E720CF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75A8-32BC-4772-ACF3-35B52500E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73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C94C02-CB7A-40BD-864F-7BCA03F25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34A438A-E760-43E5-9B2A-C48BB83313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004622-3F53-4E3D-A51C-1EC7EB134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43CD0C-A029-4C89-AA3B-E01766E1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5202E-3A9E-4497-B404-67A01F65EE83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2EF808-83B7-467B-9196-C9AFF063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4AC0AD-13E9-4D3E-9E90-7812E36D6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75A8-32BC-4772-ACF3-35B52500E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2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4B3BF2-B6BA-49FB-9AAE-C9662ED7E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76BEC8-6304-4275-B869-D0F5CDD3E6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D86E55-48FC-4710-AB76-38790667C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5202E-3A9E-4497-B404-67A01F65EE83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F27265-49EE-4544-8F15-3680D195C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9E7CB5-F115-4259-8D8C-D011DFB96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75A8-32BC-4772-ACF3-35B52500E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775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C2E43C6-E282-49B0-9B77-24FCFCF3A6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9A26C1-F8E0-47BD-9C8A-D0970300B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E99F45-0D96-4AD6-B5DB-F18C72B61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5202E-3A9E-4497-B404-67A01F65EE83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7CAA8F-D9C0-46BF-8FC4-18E40E30B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23C03E-CC9E-4937-9DA3-4CC7DE6AD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75A8-32BC-4772-ACF3-35B52500E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450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BE5FD48-5298-4826-8DE0-4811B7437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6100EF-A8C5-4801-88E3-B89578A4B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F67803-B905-4AC3-AB06-4AAD3248C7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5202E-3A9E-4497-B404-67A01F65EE83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E2B2D5-5029-4508-BA7D-958686E2B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E05712-B8D2-4ED6-92C4-9F06A8E5F0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C75A8-32BC-4772-ACF3-35B52500E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795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16CBC1D8-23FE-4D14-B812-1DC94682820B}"/>
              </a:ext>
            </a:extLst>
          </p:cNvPr>
          <p:cNvSpPr/>
          <p:nvPr/>
        </p:nvSpPr>
        <p:spPr>
          <a:xfrm>
            <a:off x="606483" y="2847480"/>
            <a:ext cx="1025265" cy="94543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CPU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C4D8F31-73DE-4797-9B96-1AD89BD1D37C}"/>
              </a:ext>
            </a:extLst>
          </p:cNvPr>
          <p:cNvSpPr txBox="1"/>
          <p:nvPr/>
        </p:nvSpPr>
        <p:spPr>
          <a:xfrm>
            <a:off x="4212401" y="5878333"/>
            <a:ext cx="2247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图</a:t>
            </a:r>
            <a:r>
              <a:rPr lang="en-US" altLang="zh-CN" b="1" dirty="0"/>
              <a:t>1 DMA</a:t>
            </a:r>
            <a:r>
              <a:rPr lang="zh-CN" altLang="en-US" b="1" dirty="0"/>
              <a:t> 控制方式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14B4058-358F-44F2-8368-8D368425C2A8}"/>
              </a:ext>
            </a:extLst>
          </p:cNvPr>
          <p:cNvSpPr/>
          <p:nvPr/>
        </p:nvSpPr>
        <p:spPr>
          <a:xfrm>
            <a:off x="9092327" y="4253687"/>
            <a:ext cx="937946" cy="85945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磁盘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1255119-BD47-422C-A9FD-B682404333BF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119116" y="2009325"/>
            <a:ext cx="3158300" cy="8381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79CA2CC4-98AA-4BF8-AB33-785FB0410AD3}"/>
              </a:ext>
            </a:extLst>
          </p:cNvPr>
          <p:cNvSpPr/>
          <p:nvPr/>
        </p:nvSpPr>
        <p:spPr>
          <a:xfrm>
            <a:off x="3898058" y="1615363"/>
            <a:ext cx="2592511" cy="35256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333055-A9CA-45E6-B5EE-62B2447F43C0}"/>
              </a:ext>
            </a:extLst>
          </p:cNvPr>
          <p:cNvSpPr/>
          <p:nvPr/>
        </p:nvSpPr>
        <p:spPr>
          <a:xfrm>
            <a:off x="4294181" y="1810234"/>
            <a:ext cx="1863464" cy="3423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命令寄存器</a:t>
            </a:r>
            <a:r>
              <a:rPr lang="en-US" altLang="zh-CN" sz="1400" b="1" dirty="0">
                <a:solidFill>
                  <a:schemeClr val="tx1"/>
                </a:solidFill>
              </a:rPr>
              <a:t>CR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D821B36-186E-49FB-B803-5D93318C3DA0}"/>
              </a:ext>
            </a:extLst>
          </p:cNvPr>
          <p:cNvSpPr/>
          <p:nvPr/>
        </p:nvSpPr>
        <p:spPr>
          <a:xfrm>
            <a:off x="4294181" y="2299147"/>
            <a:ext cx="1863465" cy="3423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内存地址寄存器</a:t>
            </a:r>
            <a:r>
              <a:rPr lang="en-US" altLang="zh-CN" sz="1400" b="1" dirty="0">
                <a:solidFill>
                  <a:schemeClr val="tx1"/>
                </a:solidFill>
              </a:rPr>
              <a:t>MAR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C5EED0-EE0B-4294-8CBE-08668FF2C778}"/>
              </a:ext>
            </a:extLst>
          </p:cNvPr>
          <p:cNvSpPr/>
          <p:nvPr/>
        </p:nvSpPr>
        <p:spPr>
          <a:xfrm>
            <a:off x="4294181" y="2788061"/>
            <a:ext cx="1863464" cy="3423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数据计数器</a:t>
            </a:r>
            <a:r>
              <a:rPr lang="en-US" altLang="zh-CN" sz="1400" b="1" dirty="0">
                <a:solidFill>
                  <a:schemeClr val="tx1"/>
                </a:solidFill>
              </a:rPr>
              <a:t>DC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6FD225A-40F8-4993-8D5D-EE0F49BF75C9}"/>
              </a:ext>
            </a:extLst>
          </p:cNvPr>
          <p:cNvSpPr txBox="1"/>
          <p:nvPr/>
        </p:nvSpPr>
        <p:spPr>
          <a:xfrm>
            <a:off x="1944858" y="2118919"/>
            <a:ext cx="1216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命令（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）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A56A7F5-CB0A-4B68-AA95-144726798674}"/>
              </a:ext>
            </a:extLst>
          </p:cNvPr>
          <p:cNvSpPr txBox="1"/>
          <p:nvPr/>
        </p:nvSpPr>
        <p:spPr>
          <a:xfrm>
            <a:off x="9504234" y="989903"/>
            <a:ext cx="978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读入起点</a:t>
            </a: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A6C2C78A-37DF-4D1F-9B17-0F91C82D2E6C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1617028" y="2470307"/>
            <a:ext cx="2677153" cy="725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FB81799B-C72D-40D6-81E5-51C9AB3E47AE}"/>
              </a:ext>
            </a:extLst>
          </p:cNvPr>
          <p:cNvCxnSpPr>
            <a:cxnSpLocks/>
          </p:cNvCxnSpPr>
          <p:nvPr/>
        </p:nvCxnSpPr>
        <p:spPr>
          <a:xfrm flipV="1">
            <a:off x="1161229" y="3017345"/>
            <a:ext cx="3145626" cy="775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1DA7F062-C026-49F8-A145-3DE1842CE138}"/>
              </a:ext>
            </a:extLst>
          </p:cNvPr>
          <p:cNvSpPr txBox="1"/>
          <p:nvPr/>
        </p:nvSpPr>
        <p:spPr>
          <a:xfrm>
            <a:off x="2102444" y="2578437"/>
            <a:ext cx="1216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地址（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）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0250B05-80E8-4A1A-8CEE-E162A0BF9F96}"/>
              </a:ext>
            </a:extLst>
          </p:cNvPr>
          <p:cNvSpPr txBox="1"/>
          <p:nvPr/>
        </p:nvSpPr>
        <p:spPr>
          <a:xfrm>
            <a:off x="2093128" y="2992280"/>
            <a:ext cx="1425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数据块大小（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）</a:t>
            </a:r>
          </a:p>
        </p:txBody>
      </p: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2CB8F20F-95F0-4F1E-A0E5-517825CC0985}"/>
              </a:ext>
            </a:extLst>
          </p:cNvPr>
          <p:cNvCxnSpPr>
            <a:cxnSpLocks/>
            <a:stCxn id="6" idx="3"/>
            <a:endCxn id="9" idx="2"/>
          </p:cNvCxnSpPr>
          <p:nvPr/>
        </p:nvCxnSpPr>
        <p:spPr>
          <a:xfrm>
            <a:off x="6490569" y="3378205"/>
            <a:ext cx="2601758" cy="1305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84F7CA6C-ACC6-46B9-88E8-412E5757500A}"/>
              </a:ext>
            </a:extLst>
          </p:cNvPr>
          <p:cNvSpPr txBox="1"/>
          <p:nvPr/>
        </p:nvSpPr>
        <p:spPr>
          <a:xfrm>
            <a:off x="8342264" y="338852"/>
            <a:ext cx="5898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内存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927F9437-7B05-47E9-ACD5-369181C27ED9}"/>
              </a:ext>
            </a:extLst>
          </p:cNvPr>
          <p:cNvSpPr/>
          <p:nvPr/>
        </p:nvSpPr>
        <p:spPr>
          <a:xfrm>
            <a:off x="8008685" y="719568"/>
            <a:ext cx="1449272" cy="23101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EBA0F517-63E8-46F1-87B4-32D62E3D987D}"/>
              </a:ext>
            </a:extLst>
          </p:cNvPr>
          <p:cNvCxnSpPr>
            <a:cxnSpLocks/>
            <a:stCxn id="9" idx="6"/>
          </p:cNvCxnSpPr>
          <p:nvPr/>
        </p:nvCxnSpPr>
        <p:spPr>
          <a:xfrm flipH="1" flipV="1">
            <a:off x="9483795" y="1311455"/>
            <a:ext cx="546478" cy="3371961"/>
          </a:xfrm>
          <a:prstGeom prst="bentConnector4">
            <a:avLst>
              <a:gd name="adj1" fmla="val -41832"/>
              <a:gd name="adj2" fmla="val 10094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FE008719-2410-4CD2-BEE0-C16DED559F57}"/>
              </a:ext>
            </a:extLst>
          </p:cNvPr>
          <p:cNvSpPr txBox="1"/>
          <p:nvPr/>
        </p:nvSpPr>
        <p:spPr>
          <a:xfrm>
            <a:off x="7789159" y="3659945"/>
            <a:ext cx="8480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启动（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）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75715369-26DC-40E3-94BE-12FFB38867DA}"/>
              </a:ext>
            </a:extLst>
          </p:cNvPr>
          <p:cNvSpPr txBox="1"/>
          <p:nvPr/>
        </p:nvSpPr>
        <p:spPr>
          <a:xfrm>
            <a:off x="10339491" y="2868249"/>
            <a:ext cx="1216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传送数据（</a:t>
            </a:r>
            <a:r>
              <a:rPr lang="en-US" altLang="zh-CN" sz="1400" b="1" dirty="0">
                <a:solidFill>
                  <a:srgbClr val="FF0000"/>
                </a:solidFill>
              </a:rPr>
              <a:t>3</a:t>
            </a:r>
            <a:r>
              <a:rPr lang="zh-CN" altLang="en-US" sz="1400" b="1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38D7F3FE-D68E-4303-AB60-1E1712902144}"/>
              </a:ext>
            </a:extLst>
          </p:cNvPr>
          <p:cNvSpPr/>
          <p:nvPr/>
        </p:nvSpPr>
        <p:spPr>
          <a:xfrm>
            <a:off x="583186" y="4889324"/>
            <a:ext cx="1130738" cy="57322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其他工作</a:t>
            </a:r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3B80EAAD-661E-450D-BBAC-7A6AE6BADD88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1119116" y="3792911"/>
            <a:ext cx="12674" cy="1097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0C14E33D-251C-44A2-A7E5-74621BDBABBC}"/>
              </a:ext>
            </a:extLst>
          </p:cNvPr>
          <p:cNvSpPr txBox="1"/>
          <p:nvPr/>
        </p:nvSpPr>
        <p:spPr>
          <a:xfrm>
            <a:off x="296135" y="4169825"/>
            <a:ext cx="912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离开（</a:t>
            </a:r>
            <a:r>
              <a:rPr lang="en-US" altLang="zh-CN" sz="1400" b="1" dirty="0">
                <a:solidFill>
                  <a:srgbClr val="FF0000"/>
                </a:solidFill>
              </a:rPr>
              <a:t>4</a:t>
            </a:r>
            <a:r>
              <a:rPr lang="zh-CN" altLang="en-US" sz="1400" b="1" dirty="0">
                <a:solidFill>
                  <a:srgbClr val="FF0000"/>
                </a:solidFill>
              </a:rPr>
              <a:t>）</a:t>
            </a:r>
          </a:p>
        </p:txBody>
      </p: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236DEDF8-80CC-47B3-BE22-1BA04DDB0034}"/>
              </a:ext>
            </a:extLst>
          </p:cNvPr>
          <p:cNvCxnSpPr>
            <a:cxnSpLocks/>
            <a:stCxn id="6" idx="1"/>
            <a:endCxn id="6" idx="1"/>
          </p:cNvCxnSpPr>
          <p:nvPr/>
        </p:nvCxnSpPr>
        <p:spPr>
          <a:xfrm>
            <a:off x="3898058" y="3378205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B2F5F706-B965-4349-944A-EAB83D9E3414}"/>
              </a:ext>
            </a:extLst>
          </p:cNvPr>
          <p:cNvCxnSpPr>
            <a:cxnSpLocks/>
            <a:endCxn id="4" idx="4"/>
          </p:cNvCxnSpPr>
          <p:nvPr/>
        </p:nvCxnSpPr>
        <p:spPr>
          <a:xfrm flipH="1" flipV="1">
            <a:off x="1119116" y="3792911"/>
            <a:ext cx="2778942" cy="115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文本框 137">
            <a:extLst>
              <a:ext uri="{FF2B5EF4-FFF2-40B4-BE49-F238E27FC236}">
                <a16:creationId xmlns:a16="http://schemas.microsoft.com/office/drawing/2014/main" id="{301FF6BE-B053-4AB6-ACFD-85B62D1B206C}"/>
              </a:ext>
            </a:extLst>
          </p:cNvPr>
          <p:cNvSpPr txBox="1"/>
          <p:nvPr/>
        </p:nvSpPr>
        <p:spPr>
          <a:xfrm>
            <a:off x="1667720" y="3944652"/>
            <a:ext cx="2403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I/O</a:t>
            </a:r>
            <a:r>
              <a:rPr lang="zh-CN" altLang="en-US" sz="1400" b="1" dirty="0"/>
              <a:t>完成，中断请求（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）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6EE5590C-5535-4E25-92C1-88400007C148}"/>
              </a:ext>
            </a:extLst>
          </p:cNvPr>
          <p:cNvSpPr/>
          <p:nvPr/>
        </p:nvSpPr>
        <p:spPr>
          <a:xfrm>
            <a:off x="8021604" y="1282486"/>
            <a:ext cx="1421801" cy="7268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7F5E4C16-4CB1-428F-A860-2C30B2682881}"/>
              </a:ext>
            </a:extLst>
          </p:cNvPr>
          <p:cNvSpPr txBox="1"/>
          <p:nvPr/>
        </p:nvSpPr>
        <p:spPr>
          <a:xfrm>
            <a:off x="7312135" y="1506179"/>
            <a:ext cx="727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块大小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27F5A7E-4175-4BC6-A31D-0EBF6246B78D}"/>
              </a:ext>
            </a:extLst>
          </p:cNvPr>
          <p:cNvSpPr txBox="1"/>
          <p:nvPr/>
        </p:nvSpPr>
        <p:spPr>
          <a:xfrm>
            <a:off x="558991" y="308074"/>
            <a:ext cx="3290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例：从磁盘读数据到内存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CF912AA-4D2A-B383-107B-4301FAEE96B5}"/>
              </a:ext>
            </a:extLst>
          </p:cNvPr>
          <p:cNvSpPr txBox="1"/>
          <p:nvPr/>
        </p:nvSpPr>
        <p:spPr>
          <a:xfrm>
            <a:off x="4785314" y="1246690"/>
            <a:ext cx="153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DMA</a:t>
            </a:r>
            <a:r>
              <a:rPr lang="zh-CN" altLang="en-US" b="1" dirty="0"/>
              <a:t>控制器</a:t>
            </a:r>
          </a:p>
        </p:txBody>
      </p:sp>
    </p:spTree>
    <p:extLst>
      <p:ext uri="{BB962C8B-B14F-4D97-AF65-F5344CB8AC3E}">
        <p14:creationId xmlns:p14="http://schemas.microsoft.com/office/powerpoint/2010/main" val="1112033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69</Words>
  <Application>Microsoft Office PowerPoint</Application>
  <PresentationFormat>宽屏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 hui</dc:creator>
  <cp:lastModifiedBy>zhang hui</cp:lastModifiedBy>
  <cp:revision>4</cp:revision>
  <dcterms:created xsi:type="dcterms:W3CDTF">2022-04-19T08:22:26Z</dcterms:created>
  <dcterms:modified xsi:type="dcterms:W3CDTF">2023-03-07T03:44:29Z</dcterms:modified>
</cp:coreProperties>
</file>