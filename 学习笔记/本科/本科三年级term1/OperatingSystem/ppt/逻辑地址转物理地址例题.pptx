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8131A6-6169-4F43-A56E-256C57A12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3DE6266-1267-4617-BE07-85E0AED515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DAA939-AA1A-4033-8FA1-954BF8AF0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AAC4-831F-458D-90FC-2CC51D6AF339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855948-1AB6-4ABE-830D-D1E0C2A30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1FF417-A2BA-419C-B2BA-97907B005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074C-38EE-4DAC-BBE0-1711584C23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374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1A989-27DF-4B4A-8712-08286BFF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DBBD3B-5D21-4569-9C3E-4FB97E134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6F5609-E448-4CFD-932F-B2C578E98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AAC4-831F-458D-90FC-2CC51D6AF339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1FE21E-9B37-41D0-93DF-99AAA5EB1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7C422C-01C7-4ACB-AB85-7E5480A69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074C-38EE-4DAC-BBE0-1711584C23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29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8B3B1-3FC9-4A30-BD69-1E3D9F79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84B113-8BAC-46B9-BF68-7FAD82FAF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02F388-84BE-48CE-A228-8FB3122B8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AAC4-831F-458D-90FC-2CC51D6AF339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82F9C5-E680-4F6D-88D7-B144321D3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DF89CB-6AE0-447B-A13A-D5EB3928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074C-38EE-4DAC-BBE0-1711584C23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603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8A92C8-BC10-4D1D-9A26-6924DAC40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C5CEAF-B250-49C9-AAA1-85DE24EE8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22592C-6B7F-48AE-A593-D3B705C70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A9912B-F17C-4467-BA5B-26F5C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AAC4-831F-458D-90FC-2CC51D6AF339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07978D-89E6-4C5F-A142-B1E933DA7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0344FA-9117-4881-898A-012F16E7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074C-38EE-4DAC-BBE0-1711584C23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148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12E413-B898-4AD5-8BFC-4A6FAD8A0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8DBB42-1283-401C-A602-5E8533562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847B5C-3FC9-4A7D-B4C2-ACEA93C1C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FAC999-0C85-4E7C-8D62-E680DEFD2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1F4029-B3FC-4535-9AE4-2022C57E39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C80E77-8F56-41F8-8B17-754B9FA8F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AAC4-831F-458D-90FC-2CC51D6AF339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FF22CB5-8F56-4C46-97EC-D3964C439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D828128-2FAC-4E10-A0FF-7E9C46C0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074C-38EE-4DAC-BBE0-1711584C23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184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0D20E-2E19-4697-92E2-5832F4BC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CC77D0-8A56-48BE-B92C-FAFE39FC4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AAC4-831F-458D-90FC-2CC51D6AF339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A6D52F-58A9-42D9-8229-8D0B5E3E0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9A3B34-CE25-4DCD-BC82-54A78E90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074C-38EE-4DAC-BBE0-1711584C23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349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9B41FC-1BC4-4464-B5E9-C0A795EFE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AAC4-831F-458D-90FC-2CC51D6AF339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BEE722-473C-4CCF-9CBD-E0D3474F2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AC59DF-EAE4-4697-99A4-FD46C205A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074C-38EE-4DAC-BBE0-1711584C23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64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DB5AB-7800-47D0-A11E-5DD88A870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25786A-8C3B-40F7-A64F-A6BA84B27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C2B9F7-959B-49FE-B8C5-363897D6A3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0DAB60-C268-483D-A673-54DD7CD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AAC4-831F-458D-90FC-2CC51D6AF339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47C84D-B304-42F1-A018-B81A40B48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AF5347-A4CE-4EDB-9D49-4E9CF0B92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074C-38EE-4DAC-BBE0-1711584C23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81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A80A8-678E-47EC-8873-DD1D217E1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53342B-3D56-4EC8-9C06-70B55AFA49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08FA5A-2371-49EF-8702-58A0B75EF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8B0104-F214-4B7C-9F48-FDF62153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AAC4-831F-458D-90FC-2CC51D6AF339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2D5B87-6220-402A-8FB7-E2EF4798C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C6DA45-C668-4B48-8442-01E0E014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074C-38EE-4DAC-BBE0-1711584C23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556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4883F2-6BB1-42D9-8317-759405BB6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CED591-2CD6-4934-BBA4-83ACBCDED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A9BF10-5FF5-45FB-B95D-7FC1B2FDD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AAC4-831F-458D-90FC-2CC51D6AF339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78603E-B713-46D5-BCDF-A1C94F912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4908DC-2428-4564-AF49-13094A2EC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074C-38EE-4DAC-BBE0-1711584C23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402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143578-88D4-4800-A215-9ABF18442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122FEC-6433-4767-A8ED-C87939516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9344FD-FA99-4877-8C60-CA89B2BD6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AAC4-831F-458D-90FC-2CC51D6AF339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9F0619-802F-4C2C-A84B-2F303CF71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671C06-B640-490F-9E87-1730DD914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074C-38EE-4DAC-BBE0-1711584C23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317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308B5B-E75F-4AE6-A902-EC08DD80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340F2A-117F-4EAC-9AAC-B92122ABF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C6E02D-F1DD-4478-9B2C-A65EFA836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0AAC4-831F-458D-90FC-2CC51D6AF339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A0F76B-AA4F-494C-840A-72ED16A61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AFCF31-A6F1-42AF-86C3-5023EFC3E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7074C-38EE-4DAC-BBE0-1711584C23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0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7AA0CAA-DACE-4F55-86A8-98C30877081E}"/>
              </a:ext>
            </a:extLst>
          </p:cNvPr>
          <p:cNvSpPr txBox="1"/>
          <p:nvPr/>
        </p:nvSpPr>
        <p:spPr>
          <a:xfrm>
            <a:off x="1357864" y="824137"/>
            <a:ext cx="5608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逻辑地址空间： </a:t>
            </a:r>
            <a:r>
              <a:rPr lang="en-US" altLang="zh-CN" dirty="0"/>
              <a:t>2</a:t>
            </a:r>
            <a:r>
              <a:rPr lang="en-US" altLang="zh-CN" baseline="30000" dirty="0"/>
              <a:t>12</a:t>
            </a:r>
            <a:r>
              <a:rPr lang="zh-CN" altLang="en-US" dirty="0"/>
              <a:t>（页大小）</a:t>
            </a:r>
            <a:r>
              <a:rPr lang="en-US" altLang="zh-CN" dirty="0"/>
              <a:t>X 2</a:t>
            </a:r>
            <a:r>
              <a:rPr lang="en-US" altLang="zh-CN" baseline="30000" dirty="0"/>
              <a:t>20 </a:t>
            </a:r>
            <a:r>
              <a:rPr lang="zh-CN" altLang="en-US" dirty="0"/>
              <a:t>（页数）</a:t>
            </a:r>
            <a:r>
              <a:rPr lang="en-US" altLang="zh-CN" dirty="0"/>
              <a:t>= 2</a:t>
            </a:r>
            <a:r>
              <a:rPr lang="en-US" altLang="zh-CN" baseline="30000" dirty="0"/>
              <a:t>32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BAEF30-709A-401B-BD33-F7730075EDD4}"/>
              </a:ext>
            </a:extLst>
          </p:cNvPr>
          <p:cNvSpPr txBox="1"/>
          <p:nvPr/>
        </p:nvSpPr>
        <p:spPr>
          <a:xfrm>
            <a:off x="1475598" y="2503153"/>
            <a:ext cx="5608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页内位移：</a:t>
            </a:r>
            <a:r>
              <a:rPr lang="en-US" altLang="zh-CN" dirty="0"/>
              <a:t>1011 mod</a:t>
            </a:r>
            <a:r>
              <a:rPr lang="zh-CN" altLang="en-US" dirty="0"/>
              <a:t> </a:t>
            </a:r>
            <a:r>
              <a:rPr lang="en-US" altLang="zh-CN" dirty="0"/>
              <a:t>1024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1011 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640884-97C6-414A-BA53-72CA23E6A88A}"/>
              </a:ext>
            </a:extLst>
          </p:cNvPr>
          <p:cNvSpPr txBox="1"/>
          <p:nvPr/>
        </p:nvSpPr>
        <p:spPr>
          <a:xfrm>
            <a:off x="3951280" y="1391876"/>
            <a:ext cx="5608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4KB    X 1M               = 4GB 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CBAA9E-05EF-47EB-A168-222169F3FE8A}"/>
              </a:ext>
            </a:extLst>
          </p:cNvPr>
          <p:cNvSpPr txBox="1"/>
          <p:nvPr/>
        </p:nvSpPr>
        <p:spPr>
          <a:xfrm>
            <a:off x="1945880" y="2969511"/>
            <a:ext cx="5608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页号：</a:t>
            </a:r>
            <a:r>
              <a:rPr lang="en-US" altLang="zh-CN" dirty="0"/>
              <a:t>int[1011/1024]  = 0 </a:t>
            </a:r>
            <a:r>
              <a:rPr lang="zh-CN" altLang="en-US" dirty="0"/>
              <a:t> 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7A7A84-F9C9-44CC-BC60-92E2045DEC5B}"/>
              </a:ext>
            </a:extLst>
          </p:cNvPr>
          <p:cNvSpPr txBox="1"/>
          <p:nvPr/>
        </p:nvSpPr>
        <p:spPr>
          <a:xfrm>
            <a:off x="1475598" y="3643865"/>
            <a:ext cx="5608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页号对应块号：</a:t>
            </a:r>
            <a:r>
              <a:rPr lang="en-US" altLang="zh-CN" dirty="0"/>
              <a:t>0 -&gt; 2 </a:t>
            </a:r>
            <a:r>
              <a:rPr lang="zh-CN" altLang="en-US" dirty="0"/>
              <a:t>查页表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AC5E90-5C86-4315-908B-7A9B44801F9E}"/>
              </a:ext>
            </a:extLst>
          </p:cNvPr>
          <p:cNvSpPr txBox="1"/>
          <p:nvPr/>
        </p:nvSpPr>
        <p:spPr>
          <a:xfrm>
            <a:off x="1480831" y="4318219"/>
            <a:ext cx="633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物理地址：</a:t>
            </a:r>
            <a:r>
              <a:rPr lang="en-US" altLang="zh-CN" dirty="0"/>
              <a:t>2 X 1024</a:t>
            </a:r>
            <a:r>
              <a:rPr lang="zh-CN" altLang="en-US" dirty="0"/>
              <a:t>（块大小）</a:t>
            </a:r>
            <a:r>
              <a:rPr lang="en-US" altLang="zh-CN" dirty="0"/>
              <a:t>+ 1011 </a:t>
            </a:r>
            <a:r>
              <a:rPr lang="zh-CN" altLang="en-US" dirty="0"/>
              <a:t>（块内位移）</a:t>
            </a:r>
          </a:p>
        </p:txBody>
      </p:sp>
    </p:spTree>
    <p:extLst>
      <p:ext uri="{BB962C8B-B14F-4D97-AF65-F5344CB8AC3E}">
        <p14:creationId xmlns:p14="http://schemas.microsoft.com/office/powerpoint/2010/main" val="3117187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 hui</dc:creator>
  <cp:lastModifiedBy>zhang hui</cp:lastModifiedBy>
  <cp:revision>1</cp:revision>
  <dcterms:created xsi:type="dcterms:W3CDTF">2022-04-12T14:24:51Z</dcterms:created>
  <dcterms:modified xsi:type="dcterms:W3CDTF">2022-04-12T14:25:23Z</dcterms:modified>
</cp:coreProperties>
</file>