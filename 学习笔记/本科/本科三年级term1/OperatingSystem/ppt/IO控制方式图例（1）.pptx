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FB79F-BEBB-47F6-873F-5E9B7157E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53F5FE-5AD9-4422-AEF6-17E1C98D7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B4948C-7343-4C9F-BAA9-08C333E1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3021-8F82-4D62-961F-DF12DF28B0BB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771A61-FD7B-4753-ABD7-11B04A652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F06B5E-AD94-4758-8808-0BBE5634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CB2-4454-4A87-AD32-72B2ED6D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1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5906D-5B53-41F6-860D-A9D075D09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2D0D47-5E2D-43F4-B7B3-E1DE31E07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6CA35D-967F-4ADE-952B-BE31EAB52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3021-8F82-4D62-961F-DF12DF28B0BB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8D40FF-9A59-4102-88B9-EB24960F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0CCF15-20C0-4507-92F0-7B8065CA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CB2-4454-4A87-AD32-72B2ED6D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59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0DA7E-7E66-49E9-9E8E-7C4BE737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9C3296-8297-48A8-830F-F54B7D8FE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1A7D02-D7C1-4524-88D9-32B9A00F1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3021-8F82-4D62-961F-DF12DF28B0BB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920E7-D332-46D6-8C5A-4A63D926A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572997-0361-40C4-AC7A-1FA3B70B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CB2-4454-4A87-AD32-72B2ED6D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849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19735-DB5E-46BE-BE7D-75981741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74D7C-F159-49BD-88DB-46352769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937C21-F1CB-4878-9FC0-5B20327B4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5EDA8C-6E2D-4AA6-9417-5F4CD4EC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3021-8F82-4D62-961F-DF12DF28B0BB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A6148B-966A-4506-A160-5DC5CB649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50124B-68A2-433C-9577-4000AD580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CB2-4454-4A87-AD32-72B2ED6D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082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24578-9366-43E4-998B-A94B863A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A24FEC-D3FA-4C22-968E-A9F28BEB0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D0FD19-5843-4CD1-B7D9-D00BF07BA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FB417A-0E4C-4330-80BB-987F1A80F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B316D5-2145-488A-AC44-20641C4A0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BC3137-AD85-42D7-BFBF-C0F1624A2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3021-8F82-4D62-961F-DF12DF28B0BB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27D9C2-E26F-4403-8063-5E4686ECA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51FDC6-05BA-4163-8543-C087C701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CB2-4454-4A87-AD32-72B2ED6D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676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8C11C-C759-4DB5-B8B0-9C675E27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21B525-2305-44C3-B3C7-ACC8C38CB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3021-8F82-4D62-961F-DF12DF28B0BB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C8705C-F2E0-4461-8422-2021F438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CA5A00-EA7F-4B9D-A129-FB56C522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CB2-4454-4A87-AD32-72B2ED6D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808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014916-F9B4-4043-A00A-AFAE226B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3021-8F82-4D62-961F-DF12DF28B0BB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1CFAFB-C68A-4AE9-ADB5-33DC0A3C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BB64C2-8FA7-4805-AD18-DF0695AFC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CB2-4454-4A87-AD32-72B2ED6D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877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1D45-BC3E-491D-AFA4-41D401DA0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CE4758-8173-4C9E-AA2F-6F8FDD8AC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294C1B-D4C4-44B9-8445-F045DF772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9D3BEE-4DE1-4BE8-8552-A77FD28A1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3021-8F82-4D62-961F-DF12DF28B0BB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6F57CE-E16C-4CAD-B7C8-798FC169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82DBB8-9DD6-4F4D-A4AE-6C71F63A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CB2-4454-4A87-AD32-72B2ED6D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26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3FA8D-A3E3-4B9B-8F4A-84EDC0A5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6D3965-C591-470F-BD2F-374C19907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6B9CE3-3FF0-4B16-A78E-9100D5376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DEE830-7F23-49C7-8F1A-CDB27F49B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3021-8F82-4D62-961F-DF12DF28B0BB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22E161-5E94-49E4-8F0C-CD1752DE9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8DC5CC-DFDB-4664-B68B-F4008A718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CB2-4454-4A87-AD32-72B2ED6D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5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54BDB-0E15-4DE3-B4D4-945FBFC9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7C521C-34E1-4093-B4BD-7645598AA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A588FA-1880-48B2-9F4B-F0B335CA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3021-8F82-4D62-961F-DF12DF28B0BB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686D9D-761F-44BC-9808-D37C436A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CC0EC9-7218-4B1E-807D-19A412A1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CB2-4454-4A87-AD32-72B2ED6D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72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AFD1A4-463A-4228-A6CE-A4A468AE2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B6153-911D-454C-9C2D-61E7BB039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DAB6A-9B7E-4E12-850D-8B5D105A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3021-8F82-4D62-961F-DF12DF28B0BB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02529D-83D7-46BB-B9F0-D057D0DD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67A8F1-6DF7-40EB-9486-F7962F9C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CB2-4454-4A87-AD32-72B2ED6D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131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C08668-8E5B-4D23-A96F-530D42580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3B136B-25BE-4425-A574-6CAF3E0B6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910908-B3BC-4E00-A1D1-1D27E6C1D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B3021-8F82-4D62-961F-DF12DF28B0BB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4BB826-41E5-43B2-BE08-F67446CEC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BCEAEB-DDDA-49C7-AB12-28984EB1B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02CB2-4454-4A87-AD32-72B2ED6D7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35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DC344D0-94B5-4980-8254-79522C73618C}"/>
              </a:ext>
            </a:extLst>
          </p:cNvPr>
          <p:cNvSpPr/>
          <p:nvPr/>
        </p:nvSpPr>
        <p:spPr>
          <a:xfrm>
            <a:off x="1005970" y="1319169"/>
            <a:ext cx="969343" cy="4881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CPU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16ACC38-8B16-4FA4-9B44-F3D7F19D9EC8}"/>
              </a:ext>
            </a:extLst>
          </p:cNvPr>
          <p:cNvSpPr/>
          <p:nvPr/>
        </p:nvSpPr>
        <p:spPr>
          <a:xfrm>
            <a:off x="3221656" y="323222"/>
            <a:ext cx="1181917" cy="6167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驱动程序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6C75C9-3C23-49C5-AE54-EAACAB5BAEE2}"/>
              </a:ext>
            </a:extLst>
          </p:cNvPr>
          <p:cNvSpPr/>
          <p:nvPr/>
        </p:nvSpPr>
        <p:spPr>
          <a:xfrm>
            <a:off x="6369404" y="631620"/>
            <a:ext cx="2052494" cy="1573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3AD539-3F3A-48EF-A452-591D1B189A49}"/>
              </a:ext>
            </a:extLst>
          </p:cNvPr>
          <p:cNvSpPr txBox="1"/>
          <p:nvPr/>
        </p:nvSpPr>
        <p:spPr>
          <a:xfrm>
            <a:off x="6987507" y="160194"/>
            <a:ext cx="886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控制器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2FBAEE-1398-47A4-B1EF-17A9782F013A}"/>
              </a:ext>
            </a:extLst>
          </p:cNvPr>
          <p:cNvSpPr/>
          <p:nvPr/>
        </p:nvSpPr>
        <p:spPr>
          <a:xfrm>
            <a:off x="6706907" y="772688"/>
            <a:ext cx="1377486" cy="3571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控制寄存器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4567959-00B3-467F-AFA3-5A4731574786}"/>
              </a:ext>
            </a:extLst>
          </p:cNvPr>
          <p:cNvSpPr/>
          <p:nvPr/>
        </p:nvSpPr>
        <p:spPr>
          <a:xfrm>
            <a:off x="10705282" y="2173721"/>
            <a:ext cx="937946" cy="8594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设备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A4A6F6E-E633-4DD0-9ED7-4BE5A474A48F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1833356" y="631620"/>
            <a:ext cx="1388300" cy="759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F3DE1EB-0CAD-4B4A-8C02-3C09D6400A8F}"/>
              </a:ext>
            </a:extLst>
          </p:cNvPr>
          <p:cNvCxnSpPr>
            <a:cxnSpLocks/>
            <a:stCxn id="5" idx="6"/>
            <a:endCxn id="6" idx="1"/>
          </p:cNvCxnSpPr>
          <p:nvPr/>
        </p:nvCxnSpPr>
        <p:spPr>
          <a:xfrm>
            <a:off x="4403573" y="631620"/>
            <a:ext cx="1965831" cy="786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014C6D8-56CF-4E76-9B5A-EE6FC2F09CDA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>
            <a:off x="8084393" y="951251"/>
            <a:ext cx="3089862" cy="1222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71EA867-345A-45B9-A248-33F60A2E5871}"/>
              </a:ext>
            </a:extLst>
          </p:cNvPr>
          <p:cNvCxnSpPr>
            <a:cxnSpLocks/>
            <a:stCxn id="10" idx="2"/>
            <a:endCxn id="31" idx="3"/>
          </p:cNvCxnSpPr>
          <p:nvPr/>
        </p:nvCxnSpPr>
        <p:spPr>
          <a:xfrm flipH="1" flipV="1">
            <a:off x="8070986" y="1945974"/>
            <a:ext cx="2634296" cy="657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112196CA-3612-449A-A515-6F92DE2D76AD}"/>
              </a:ext>
            </a:extLst>
          </p:cNvPr>
          <p:cNvSpPr/>
          <p:nvPr/>
        </p:nvSpPr>
        <p:spPr>
          <a:xfrm>
            <a:off x="6693500" y="1767411"/>
            <a:ext cx="1377486" cy="3571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数据寄存器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FCCD27C-F1A9-4093-AF8A-EBA99468F8BC}"/>
              </a:ext>
            </a:extLst>
          </p:cNvPr>
          <p:cNvSpPr/>
          <p:nvPr/>
        </p:nvSpPr>
        <p:spPr>
          <a:xfrm>
            <a:off x="6706907" y="1290046"/>
            <a:ext cx="1377486" cy="3571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状态寄存器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AF29428-9E65-4701-9951-D137F3477755}"/>
              </a:ext>
            </a:extLst>
          </p:cNvPr>
          <p:cNvSpPr txBox="1"/>
          <p:nvPr/>
        </p:nvSpPr>
        <p:spPr>
          <a:xfrm>
            <a:off x="1402014" y="605780"/>
            <a:ext cx="1181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抽象命名（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BCC8F48-8E12-4AE6-B005-D09895006F4C}"/>
              </a:ext>
            </a:extLst>
          </p:cNvPr>
          <p:cNvSpPr txBox="1"/>
          <p:nvPr/>
        </p:nvSpPr>
        <p:spPr>
          <a:xfrm>
            <a:off x="4977197" y="528923"/>
            <a:ext cx="1216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具体要求（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89CD089-490B-4A8C-A8CC-227C5528FB99}"/>
              </a:ext>
            </a:extLst>
          </p:cNvPr>
          <p:cNvSpPr txBox="1"/>
          <p:nvPr/>
        </p:nvSpPr>
        <p:spPr>
          <a:xfrm>
            <a:off x="9241781" y="1069709"/>
            <a:ext cx="1216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启动（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3E6C1CB-7907-4B10-BC7B-00981FFBBDBE}"/>
              </a:ext>
            </a:extLst>
          </p:cNvPr>
          <p:cNvSpPr txBox="1"/>
          <p:nvPr/>
        </p:nvSpPr>
        <p:spPr>
          <a:xfrm>
            <a:off x="8633488" y="1807704"/>
            <a:ext cx="1216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传送数据（</a:t>
            </a:r>
            <a:r>
              <a:rPr lang="en-US" altLang="zh-CN" sz="1400" b="1" dirty="0">
                <a:solidFill>
                  <a:srgbClr val="FF0000"/>
                </a:solidFill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</a:rPr>
              <a:t>）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ED8BCFFC-CD4D-4A83-B4B8-04BC6A4794C3}"/>
              </a:ext>
            </a:extLst>
          </p:cNvPr>
          <p:cNvCxnSpPr>
            <a:cxnSpLocks/>
            <a:stCxn id="4" idx="6"/>
            <a:endCxn id="38" idx="1"/>
          </p:cNvCxnSpPr>
          <p:nvPr/>
        </p:nvCxnSpPr>
        <p:spPr>
          <a:xfrm flipV="1">
            <a:off x="1975313" y="1468609"/>
            <a:ext cx="4731594" cy="94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D45E865-C176-44F7-80B8-28066A479A16}"/>
              </a:ext>
            </a:extLst>
          </p:cNvPr>
          <p:cNvSpPr txBox="1"/>
          <p:nvPr/>
        </p:nvSpPr>
        <p:spPr>
          <a:xfrm>
            <a:off x="2846050" y="1178262"/>
            <a:ext cx="196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测试“忙</a:t>
            </a:r>
            <a:r>
              <a:rPr lang="en-US" altLang="zh-CN" sz="1400" b="1" dirty="0">
                <a:solidFill>
                  <a:srgbClr val="FF0000"/>
                </a:solidFill>
              </a:rPr>
              <a:t>/</a:t>
            </a:r>
            <a:r>
              <a:rPr lang="zh-CN" altLang="en-US" sz="1400" b="1" dirty="0">
                <a:solidFill>
                  <a:srgbClr val="FF0000"/>
                </a:solidFill>
              </a:rPr>
              <a:t>闲状态位”（</a:t>
            </a:r>
            <a:r>
              <a:rPr lang="en-US" altLang="zh-CN" sz="1400" b="1" dirty="0">
                <a:solidFill>
                  <a:srgbClr val="FF0000"/>
                </a:solidFill>
              </a:rPr>
              <a:t>5</a:t>
            </a:r>
            <a:r>
              <a:rPr lang="zh-CN" altLang="en-US" sz="1400" b="1" dirty="0">
                <a:solidFill>
                  <a:srgbClr val="FF0000"/>
                </a:solidFill>
              </a:rPr>
              <a:t>）   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6D1507C6-8C0D-4094-B777-6EF7314463E8}"/>
              </a:ext>
            </a:extLst>
          </p:cNvPr>
          <p:cNvSpPr/>
          <p:nvPr/>
        </p:nvSpPr>
        <p:spPr>
          <a:xfrm>
            <a:off x="4386238" y="2626374"/>
            <a:ext cx="1181917" cy="6167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内存</a:t>
            </a: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9B1B232F-E63A-49ED-B91A-F7D0B7A88F93}"/>
              </a:ext>
            </a:extLst>
          </p:cNvPr>
          <p:cNvSpPr/>
          <p:nvPr/>
        </p:nvSpPr>
        <p:spPr>
          <a:xfrm>
            <a:off x="921421" y="1982123"/>
            <a:ext cx="1053892" cy="6167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寄存器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AEA56D89-004D-4A01-80DE-36BF86809341}"/>
              </a:ext>
            </a:extLst>
          </p:cNvPr>
          <p:cNvCxnSpPr>
            <a:cxnSpLocks/>
            <a:stCxn id="31" idx="1"/>
            <a:endCxn id="59" idx="6"/>
          </p:cNvCxnSpPr>
          <p:nvPr/>
        </p:nvCxnSpPr>
        <p:spPr>
          <a:xfrm flipH="1">
            <a:off x="1975313" y="1945974"/>
            <a:ext cx="4718187" cy="344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AC1BB6BD-8518-4F7A-AC40-7D4FD1EEF808}"/>
              </a:ext>
            </a:extLst>
          </p:cNvPr>
          <p:cNvSpPr txBox="1"/>
          <p:nvPr/>
        </p:nvSpPr>
        <p:spPr>
          <a:xfrm>
            <a:off x="2887259" y="1704108"/>
            <a:ext cx="196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I/O -&gt;CPU 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）   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8D2123F5-168A-4A97-9A53-EEDDBE5C1192}"/>
              </a:ext>
            </a:extLst>
          </p:cNvPr>
          <p:cNvCxnSpPr>
            <a:cxnSpLocks/>
            <a:stCxn id="59" idx="5"/>
            <a:endCxn id="48" idx="2"/>
          </p:cNvCxnSpPr>
          <p:nvPr/>
        </p:nvCxnSpPr>
        <p:spPr>
          <a:xfrm>
            <a:off x="1820974" y="2508590"/>
            <a:ext cx="2565264" cy="42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EF48C724-6F44-40B8-8A91-6E09E9EA98BA}"/>
              </a:ext>
            </a:extLst>
          </p:cNvPr>
          <p:cNvSpPr txBox="1"/>
          <p:nvPr/>
        </p:nvSpPr>
        <p:spPr>
          <a:xfrm>
            <a:off x="3032135" y="2356493"/>
            <a:ext cx="196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CPU-&gt;</a:t>
            </a:r>
            <a:r>
              <a:rPr lang="zh-CN" altLang="en-US" sz="1400" b="1" dirty="0"/>
              <a:t>内存（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）   </a:t>
            </a: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DC22AA8B-0315-4B2A-BCF1-BDADF0CCC13D}"/>
              </a:ext>
            </a:extLst>
          </p:cNvPr>
          <p:cNvSpPr/>
          <p:nvPr/>
        </p:nvSpPr>
        <p:spPr>
          <a:xfrm>
            <a:off x="1128849" y="4217673"/>
            <a:ext cx="969343" cy="4881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CPU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B9A3E66C-2A2C-4EAA-A17A-623111E5239A}"/>
              </a:ext>
            </a:extLst>
          </p:cNvPr>
          <p:cNvSpPr/>
          <p:nvPr/>
        </p:nvSpPr>
        <p:spPr>
          <a:xfrm>
            <a:off x="3398256" y="3483822"/>
            <a:ext cx="1181917" cy="6167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驱动程序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128DB58-81EA-4F27-AC3B-BAAC05F95431}"/>
              </a:ext>
            </a:extLst>
          </p:cNvPr>
          <p:cNvSpPr/>
          <p:nvPr/>
        </p:nvSpPr>
        <p:spPr>
          <a:xfrm>
            <a:off x="6526382" y="3999441"/>
            <a:ext cx="2052494" cy="1573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D2D3E5F-C8AA-4E3B-B814-5452744A25B5}"/>
              </a:ext>
            </a:extLst>
          </p:cNvPr>
          <p:cNvSpPr txBox="1"/>
          <p:nvPr/>
        </p:nvSpPr>
        <p:spPr>
          <a:xfrm>
            <a:off x="7109164" y="3509870"/>
            <a:ext cx="886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控制器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3CBEEC5-983A-4FB6-94C8-83775CEA8718}"/>
              </a:ext>
            </a:extLst>
          </p:cNvPr>
          <p:cNvSpPr/>
          <p:nvPr/>
        </p:nvSpPr>
        <p:spPr>
          <a:xfrm>
            <a:off x="6863885" y="4140509"/>
            <a:ext cx="1377486" cy="3571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控制寄存器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9F1D03DA-CF30-42FD-9CA4-DF7A404C7417}"/>
              </a:ext>
            </a:extLst>
          </p:cNvPr>
          <p:cNvSpPr/>
          <p:nvPr/>
        </p:nvSpPr>
        <p:spPr>
          <a:xfrm>
            <a:off x="10862260" y="5541542"/>
            <a:ext cx="937946" cy="8594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设备</a:t>
            </a: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EF848186-3DF4-4E87-829D-3E85955D6F20}"/>
              </a:ext>
            </a:extLst>
          </p:cNvPr>
          <p:cNvCxnSpPr>
            <a:cxnSpLocks/>
            <a:stCxn id="83" idx="7"/>
            <a:endCxn id="84" idx="2"/>
          </p:cNvCxnSpPr>
          <p:nvPr/>
        </p:nvCxnSpPr>
        <p:spPr>
          <a:xfrm flipV="1">
            <a:off x="1956235" y="3792220"/>
            <a:ext cx="1442021" cy="496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A044B3D0-41B9-49C1-A143-6FB994E0B8F5}"/>
              </a:ext>
            </a:extLst>
          </p:cNvPr>
          <p:cNvCxnSpPr>
            <a:cxnSpLocks/>
            <a:stCxn id="84" idx="6"/>
            <a:endCxn id="85" idx="1"/>
          </p:cNvCxnSpPr>
          <p:nvPr/>
        </p:nvCxnSpPr>
        <p:spPr>
          <a:xfrm>
            <a:off x="4580173" y="3792220"/>
            <a:ext cx="1946209" cy="994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221663B3-23A3-4ABD-AA0F-1ABB29213131}"/>
              </a:ext>
            </a:extLst>
          </p:cNvPr>
          <p:cNvCxnSpPr>
            <a:cxnSpLocks/>
            <a:stCxn id="87" idx="3"/>
            <a:endCxn id="88" idx="0"/>
          </p:cNvCxnSpPr>
          <p:nvPr/>
        </p:nvCxnSpPr>
        <p:spPr>
          <a:xfrm>
            <a:off x="8241371" y="4319072"/>
            <a:ext cx="3089862" cy="1222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DAF68AA3-7A4B-4E47-A597-AABF404BB7E6}"/>
              </a:ext>
            </a:extLst>
          </p:cNvPr>
          <p:cNvCxnSpPr>
            <a:cxnSpLocks/>
            <a:stCxn id="88" idx="2"/>
            <a:endCxn id="93" idx="3"/>
          </p:cNvCxnSpPr>
          <p:nvPr/>
        </p:nvCxnSpPr>
        <p:spPr>
          <a:xfrm flipH="1" flipV="1">
            <a:off x="8263445" y="5229118"/>
            <a:ext cx="2598815" cy="742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>
            <a:extLst>
              <a:ext uri="{FF2B5EF4-FFF2-40B4-BE49-F238E27FC236}">
                <a16:creationId xmlns:a16="http://schemas.microsoft.com/office/drawing/2014/main" id="{BDAFEEA6-06FB-4931-A72A-5E913D123FE8}"/>
              </a:ext>
            </a:extLst>
          </p:cNvPr>
          <p:cNvSpPr/>
          <p:nvPr/>
        </p:nvSpPr>
        <p:spPr>
          <a:xfrm>
            <a:off x="6885959" y="5050555"/>
            <a:ext cx="1377486" cy="3571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数据寄存器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7A8D49A-D7E7-406D-B5EF-94287934CB11}"/>
              </a:ext>
            </a:extLst>
          </p:cNvPr>
          <p:cNvSpPr txBox="1"/>
          <p:nvPr/>
        </p:nvSpPr>
        <p:spPr>
          <a:xfrm>
            <a:off x="1710898" y="3760506"/>
            <a:ext cx="1181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抽象命名（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9DBB1D42-0485-4888-9982-5867E4E148C4}"/>
              </a:ext>
            </a:extLst>
          </p:cNvPr>
          <p:cNvSpPr txBox="1"/>
          <p:nvPr/>
        </p:nvSpPr>
        <p:spPr>
          <a:xfrm>
            <a:off x="5134175" y="3896744"/>
            <a:ext cx="1216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具体要求（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9F15432-73B5-491E-B5F6-6B0C112D994A}"/>
              </a:ext>
            </a:extLst>
          </p:cNvPr>
          <p:cNvSpPr txBox="1"/>
          <p:nvPr/>
        </p:nvSpPr>
        <p:spPr>
          <a:xfrm>
            <a:off x="9398759" y="4437530"/>
            <a:ext cx="1216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启动（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503512E-5266-49C6-8789-77010BFFC613}"/>
              </a:ext>
            </a:extLst>
          </p:cNvPr>
          <p:cNvSpPr txBox="1"/>
          <p:nvPr/>
        </p:nvSpPr>
        <p:spPr>
          <a:xfrm>
            <a:off x="8954559" y="5121389"/>
            <a:ext cx="1216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传送数据（</a:t>
            </a:r>
            <a:r>
              <a:rPr lang="en-US" altLang="zh-CN" sz="1400" b="1" dirty="0">
                <a:solidFill>
                  <a:srgbClr val="FF0000"/>
                </a:solidFill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D52BFF0C-027B-477F-80E8-7642FB452FA9}"/>
              </a:ext>
            </a:extLst>
          </p:cNvPr>
          <p:cNvSpPr/>
          <p:nvPr/>
        </p:nvSpPr>
        <p:spPr>
          <a:xfrm>
            <a:off x="4498088" y="6032091"/>
            <a:ext cx="1181917" cy="6167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内存</a:t>
            </a: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441A92D3-9950-4A3C-87BA-6D6F278944D3}"/>
              </a:ext>
            </a:extLst>
          </p:cNvPr>
          <p:cNvSpPr/>
          <p:nvPr/>
        </p:nvSpPr>
        <p:spPr>
          <a:xfrm>
            <a:off x="906216" y="5573151"/>
            <a:ext cx="1084302" cy="6167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寄存器</a:t>
            </a: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79DE3345-3CBF-426E-866E-C7411B78E73F}"/>
              </a:ext>
            </a:extLst>
          </p:cNvPr>
          <p:cNvCxnSpPr>
            <a:cxnSpLocks/>
            <a:stCxn id="93" idx="1"/>
            <a:endCxn id="102" idx="6"/>
          </p:cNvCxnSpPr>
          <p:nvPr/>
        </p:nvCxnSpPr>
        <p:spPr>
          <a:xfrm flipH="1">
            <a:off x="1990518" y="5229118"/>
            <a:ext cx="4895441" cy="652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48FC4491-C39B-4A9A-830E-8279B9136A8C}"/>
              </a:ext>
            </a:extLst>
          </p:cNvPr>
          <p:cNvSpPr txBox="1"/>
          <p:nvPr/>
        </p:nvSpPr>
        <p:spPr>
          <a:xfrm>
            <a:off x="2104812" y="4444222"/>
            <a:ext cx="3921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数据已到达数据寄存器，</a:t>
            </a:r>
            <a:r>
              <a:rPr lang="en-US" altLang="zh-CN" sz="1400" b="1" dirty="0"/>
              <a:t>I/O</a:t>
            </a:r>
            <a:r>
              <a:rPr lang="zh-CN" altLang="en-US" sz="1400" b="1" dirty="0"/>
              <a:t>完成，中断请求（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）   </a:t>
            </a:r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F3850380-D4D2-4B62-AE35-B5304CB47EDD}"/>
              </a:ext>
            </a:extLst>
          </p:cNvPr>
          <p:cNvCxnSpPr>
            <a:cxnSpLocks/>
            <a:stCxn id="102" idx="5"/>
            <a:endCxn id="101" idx="2"/>
          </p:cNvCxnSpPr>
          <p:nvPr/>
        </p:nvCxnSpPr>
        <p:spPr>
          <a:xfrm>
            <a:off x="1831726" y="6099618"/>
            <a:ext cx="2666362" cy="240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F1098C3-3010-4D0A-868A-D957A99A190B}"/>
              </a:ext>
            </a:extLst>
          </p:cNvPr>
          <p:cNvSpPr txBox="1"/>
          <p:nvPr/>
        </p:nvSpPr>
        <p:spPr>
          <a:xfrm>
            <a:off x="3001062" y="5862084"/>
            <a:ext cx="196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CPU-&gt;</a:t>
            </a:r>
            <a:r>
              <a:rPr lang="zh-CN" altLang="en-US" sz="1400" b="1" dirty="0"/>
              <a:t>内存（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）   </a:t>
            </a:r>
          </a:p>
        </p:txBody>
      </p: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CA00B2D-94F9-49EA-9362-E19C91070CB3}"/>
              </a:ext>
            </a:extLst>
          </p:cNvPr>
          <p:cNvCxnSpPr>
            <a:cxnSpLocks/>
            <a:stCxn id="83" idx="2"/>
            <a:endCxn id="110" idx="0"/>
          </p:cNvCxnSpPr>
          <p:nvPr/>
        </p:nvCxnSpPr>
        <p:spPr>
          <a:xfrm flipH="1">
            <a:off x="588496" y="4461726"/>
            <a:ext cx="540353" cy="413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椭圆 109">
            <a:extLst>
              <a:ext uri="{FF2B5EF4-FFF2-40B4-BE49-F238E27FC236}">
                <a16:creationId xmlns:a16="http://schemas.microsoft.com/office/drawing/2014/main" id="{FED323DD-9ECD-4596-BE81-AE55E2156FF6}"/>
              </a:ext>
            </a:extLst>
          </p:cNvPr>
          <p:cNvSpPr/>
          <p:nvPr/>
        </p:nvSpPr>
        <p:spPr>
          <a:xfrm>
            <a:off x="103824" y="4875563"/>
            <a:ext cx="969343" cy="6167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其他工作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10F464E-9F32-488F-B501-ED3902D886E4}"/>
              </a:ext>
            </a:extLst>
          </p:cNvPr>
          <p:cNvSpPr txBox="1"/>
          <p:nvPr/>
        </p:nvSpPr>
        <p:spPr>
          <a:xfrm>
            <a:off x="239225" y="4307838"/>
            <a:ext cx="883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离开（</a:t>
            </a:r>
            <a:r>
              <a:rPr lang="en-US" altLang="zh-CN" sz="1400" b="1" dirty="0">
                <a:solidFill>
                  <a:srgbClr val="FF0000"/>
                </a:solidFill>
              </a:rPr>
              <a:t>5</a:t>
            </a:r>
            <a:r>
              <a:rPr lang="zh-CN" altLang="en-US" sz="1400" b="1" dirty="0">
                <a:solidFill>
                  <a:srgbClr val="FF0000"/>
                </a:solidFill>
              </a:rPr>
              <a:t>）</a:t>
            </a:r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BF50D779-A49C-4F42-8754-6D1ACF01BE7A}"/>
              </a:ext>
            </a:extLst>
          </p:cNvPr>
          <p:cNvCxnSpPr>
            <a:cxnSpLocks/>
            <a:stCxn id="85" idx="1"/>
            <a:endCxn id="83" idx="4"/>
          </p:cNvCxnSpPr>
          <p:nvPr/>
        </p:nvCxnSpPr>
        <p:spPr>
          <a:xfrm flipH="1" flipV="1">
            <a:off x="1613521" y="4705779"/>
            <a:ext cx="4912861" cy="80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1830ECC-9C9A-4E9C-B9C2-3918D85007F1}"/>
              </a:ext>
            </a:extLst>
          </p:cNvPr>
          <p:cNvSpPr txBox="1"/>
          <p:nvPr/>
        </p:nvSpPr>
        <p:spPr>
          <a:xfrm>
            <a:off x="3017090" y="5221909"/>
            <a:ext cx="196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I/O -&gt;CPU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）  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A41916-154A-A631-643E-363CF9C74A94}"/>
              </a:ext>
            </a:extLst>
          </p:cNvPr>
          <p:cNvSpPr txBox="1"/>
          <p:nvPr/>
        </p:nvSpPr>
        <p:spPr>
          <a:xfrm>
            <a:off x="5386488" y="3245500"/>
            <a:ext cx="254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1 </a:t>
            </a:r>
            <a:r>
              <a:rPr lang="zh-CN" altLang="en-US" b="1" dirty="0"/>
              <a:t>程序</a:t>
            </a:r>
            <a:r>
              <a:rPr lang="en-US" altLang="zh-CN" b="1" dirty="0"/>
              <a:t>I/O</a:t>
            </a:r>
            <a:r>
              <a:rPr lang="zh-CN" altLang="en-US" b="1" dirty="0"/>
              <a:t>控制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A820B0-DAEE-C24A-FB1B-AF9FC59C9EA9}"/>
              </a:ext>
            </a:extLst>
          </p:cNvPr>
          <p:cNvSpPr txBox="1"/>
          <p:nvPr/>
        </p:nvSpPr>
        <p:spPr>
          <a:xfrm>
            <a:off x="5568155" y="6452692"/>
            <a:ext cx="2491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图</a:t>
            </a:r>
            <a:r>
              <a:rPr lang="en-US" altLang="zh-CN" b="1" dirty="0"/>
              <a:t>2 </a:t>
            </a:r>
            <a:r>
              <a:rPr lang="zh-CN" altLang="en-US" b="1" dirty="0"/>
              <a:t>中断驱动</a:t>
            </a:r>
            <a:r>
              <a:rPr lang="en-US" altLang="zh-CN" b="1" dirty="0"/>
              <a:t>I/O</a:t>
            </a:r>
            <a:r>
              <a:rPr lang="zh-CN" altLang="en-US" b="1" dirty="0"/>
              <a:t>控制</a:t>
            </a:r>
          </a:p>
        </p:txBody>
      </p:sp>
    </p:spTree>
    <p:extLst>
      <p:ext uri="{BB962C8B-B14F-4D97-AF65-F5344CB8AC3E}">
        <p14:creationId xmlns:p14="http://schemas.microsoft.com/office/powerpoint/2010/main" val="3386137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135</Words>
  <Application>Microsoft Office PowerPoint</Application>
  <PresentationFormat>宽屏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hui</dc:creator>
  <cp:lastModifiedBy>zhang hui</cp:lastModifiedBy>
  <cp:revision>6</cp:revision>
  <dcterms:created xsi:type="dcterms:W3CDTF">2022-04-19T07:36:11Z</dcterms:created>
  <dcterms:modified xsi:type="dcterms:W3CDTF">2023-03-07T03:45:59Z</dcterms:modified>
</cp:coreProperties>
</file>